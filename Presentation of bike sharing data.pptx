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66" r:id="rId3"/>
    <p:sldId id="309" r:id="rId4"/>
    <p:sldId id="311" r:id="rId5"/>
    <p:sldId id="293" r:id="rId6"/>
    <p:sldId id="300" r:id="rId7"/>
    <p:sldId id="301" r:id="rId8"/>
    <p:sldId id="302" r:id="rId9"/>
    <p:sldId id="304" r:id="rId10"/>
    <p:sldId id="303" r:id="rId11"/>
    <p:sldId id="305" r:id="rId12"/>
    <p:sldId id="286" r:id="rId13"/>
    <p:sldId id="282" r:id="rId14"/>
    <p:sldId id="273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B59B12-4FEC-4C3E-B1D1-69FEEDA4EC08}">
          <p14:sldIdLst>
            <p14:sldId id="257"/>
            <p14:sldId id="266"/>
            <p14:sldId id="309"/>
            <p14:sldId id="311"/>
            <p14:sldId id="293"/>
            <p14:sldId id="300"/>
            <p14:sldId id="301"/>
            <p14:sldId id="302"/>
            <p14:sldId id="304"/>
            <p14:sldId id="303"/>
            <p14:sldId id="305"/>
            <p14:sldId id="286"/>
            <p14:sldId id="282"/>
            <p14:sldId id="273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D86688-FC57-4593-A405-A9E3E5FD50F0}" v="15" dt="2026-10-10T17:10:28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3810" autoAdjust="0"/>
  </p:normalViewPr>
  <p:slideViewPr>
    <p:cSldViewPr snapToGrid="0" showGuides="1">
      <p:cViewPr>
        <p:scale>
          <a:sx n="66" d="100"/>
          <a:sy n="66" d="100"/>
        </p:scale>
        <p:origin x="1330" y="41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U GHOSH" userId="5e7c1a46451fff8a" providerId="LiveId" clId="{AFE0A6AC-009D-44C0-9EA6-D4617D37EA45}"/>
    <pc:docChg chg="undo custSel addSld delSld modSld sldOrd addSection delSection modSection">
      <pc:chgData name="RITU GHOSH" userId="5e7c1a46451fff8a" providerId="LiveId" clId="{AFE0A6AC-009D-44C0-9EA6-D4617D37EA45}" dt="2026-10-10T17:40:16.096" v="409"/>
      <pc:docMkLst>
        <pc:docMk/>
      </pc:docMkLst>
      <pc:sldChg chg="addSp delSp modSp mod">
        <pc:chgData name="RITU GHOSH" userId="5e7c1a46451fff8a" providerId="LiveId" clId="{AFE0A6AC-009D-44C0-9EA6-D4617D37EA45}" dt="2026-10-10T14:34:20.204" v="69" actId="2711"/>
        <pc:sldMkLst>
          <pc:docMk/>
          <pc:sldMk cId="1495496538" sldId="257"/>
        </pc:sldMkLst>
        <pc:spChg chg="mod">
          <ac:chgData name="RITU GHOSH" userId="5e7c1a46451fff8a" providerId="LiveId" clId="{AFE0A6AC-009D-44C0-9EA6-D4617D37EA45}" dt="2026-10-10T14:34:20.204" v="69" actId="2711"/>
          <ac:spMkLst>
            <pc:docMk/>
            <pc:sldMk cId="1495496538" sldId="257"/>
            <ac:spMk id="3" creationId="{3D71C9CD-CAE8-4AC8-936D-333769D479E5}"/>
          </ac:spMkLst>
        </pc:spChg>
        <pc:spChg chg="del mod">
          <ac:chgData name="RITU GHOSH" userId="5e7c1a46451fff8a" providerId="LiveId" clId="{AFE0A6AC-009D-44C0-9EA6-D4617D37EA45}" dt="2026-10-10T14:26:13.752" v="20" actId="21"/>
          <ac:spMkLst>
            <pc:docMk/>
            <pc:sldMk cId="1495496538" sldId="257"/>
            <ac:spMk id="4" creationId="{C6D24F99-E026-485A-96CD-AEC98137262A}"/>
          </ac:spMkLst>
        </pc:spChg>
        <pc:spChg chg="add del mod">
          <ac:chgData name="RITU GHOSH" userId="5e7c1a46451fff8a" providerId="LiveId" clId="{AFE0A6AC-009D-44C0-9EA6-D4617D37EA45}" dt="2026-10-10T14:25:25.191" v="16" actId="22"/>
          <ac:spMkLst>
            <pc:docMk/>
            <pc:sldMk cId="1495496538" sldId="257"/>
            <ac:spMk id="5" creationId="{0E4FBFA2-C1BD-AACD-827C-4E9E860F0DC8}"/>
          </ac:spMkLst>
        </pc:spChg>
        <pc:picChg chg="del">
          <ac:chgData name="RITU GHOSH" userId="5e7c1a46451fff8a" providerId="LiveId" clId="{AFE0A6AC-009D-44C0-9EA6-D4617D37EA45}" dt="2026-10-10T14:25:01.139" v="13" actId="21"/>
          <ac:picMkLst>
            <pc:docMk/>
            <pc:sldMk cId="1495496538" sldId="257"/>
            <ac:picMk id="6" creationId="{251CEBEB-5088-4E63-81A4-0DCEB5B45207}"/>
          </ac:picMkLst>
        </pc:picChg>
        <pc:picChg chg="add del">
          <ac:chgData name="RITU GHOSH" userId="5e7c1a46451fff8a" providerId="LiveId" clId="{AFE0A6AC-009D-44C0-9EA6-D4617D37EA45}" dt="2026-10-10T14:25:14.715" v="15" actId="21"/>
          <ac:picMkLst>
            <pc:docMk/>
            <pc:sldMk cId="1495496538" sldId="257"/>
            <ac:picMk id="8" creationId="{00856B50-DA61-8E63-5E52-1E66FBDC9A76}"/>
          </ac:picMkLst>
        </pc:picChg>
        <pc:picChg chg="add mod ord">
          <ac:chgData name="RITU GHOSH" userId="5e7c1a46451fff8a" providerId="LiveId" clId="{AFE0A6AC-009D-44C0-9EA6-D4617D37EA45}" dt="2026-10-10T14:25:30.831" v="17" actId="1076"/>
          <ac:picMkLst>
            <pc:docMk/>
            <pc:sldMk cId="1495496538" sldId="257"/>
            <ac:picMk id="10" creationId="{DA586E70-7F3D-ED7B-7567-113731DDC1CB}"/>
          </ac:picMkLst>
        </pc:picChg>
      </pc:sldChg>
      <pc:sldChg chg="addSp delSp modSp mod">
        <pc:chgData name="RITU GHOSH" userId="5e7c1a46451fff8a" providerId="LiveId" clId="{AFE0A6AC-009D-44C0-9EA6-D4617D37EA45}" dt="2026-10-10T14:33:50.937" v="68" actId="20577"/>
        <pc:sldMkLst>
          <pc:docMk/>
          <pc:sldMk cId="1300311978" sldId="266"/>
        </pc:sldMkLst>
        <pc:spChg chg="mod">
          <ac:chgData name="RITU GHOSH" userId="5e7c1a46451fff8a" providerId="LiveId" clId="{AFE0A6AC-009D-44C0-9EA6-D4617D37EA45}" dt="2026-10-10T14:27:57.140" v="55"/>
          <ac:spMkLst>
            <pc:docMk/>
            <pc:sldMk cId="1300311978" sldId="266"/>
            <ac:spMk id="6" creationId="{DE253D32-8B7B-47D0-BB63-402C3DB9B549}"/>
          </ac:spMkLst>
        </pc:spChg>
        <pc:spChg chg="mod">
          <ac:chgData name="RITU GHOSH" userId="5e7c1a46451fff8a" providerId="LiveId" clId="{AFE0A6AC-009D-44C0-9EA6-D4617D37EA45}" dt="2026-10-10T14:33:50.937" v="68" actId="20577"/>
          <ac:spMkLst>
            <pc:docMk/>
            <pc:sldMk cId="1300311978" sldId="266"/>
            <ac:spMk id="7" creationId="{1D6EB617-E017-4B26-9576-8578E948979A}"/>
          </ac:spMkLst>
        </pc:spChg>
        <pc:spChg chg="add del mod">
          <ac:chgData name="RITU GHOSH" userId="5e7c1a46451fff8a" providerId="LiveId" clId="{AFE0A6AC-009D-44C0-9EA6-D4617D37EA45}" dt="2026-10-10T14:32:11.484" v="61" actId="22"/>
          <ac:spMkLst>
            <pc:docMk/>
            <pc:sldMk cId="1300311978" sldId="266"/>
            <ac:spMk id="8" creationId="{004884EE-2863-507D-927B-69A9BA6B7C9E}"/>
          </ac:spMkLst>
        </pc:spChg>
        <pc:picChg chg="add del">
          <ac:chgData name="RITU GHOSH" userId="5e7c1a46451fff8a" providerId="LiveId" clId="{AFE0A6AC-009D-44C0-9EA6-D4617D37EA45}" dt="2026-10-10T14:32:07.057" v="60" actId="21"/>
          <ac:picMkLst>
            <pc:docMk/>
            <pc:sldMk cId="1300311978" sldId="266"/>
            <ac:picMk id="3" creationId="{4B8B5281-ADEA-C84D-E91A-497358175886}"/>
          </ac:picMkLst>
        </pc:picChg>
        <pc:picChg chg="del">
          <ac:chgData name="RITU GHOSH" userId="5e7c1a46451fff8a" providerId="LiveId" clId="{AFE0A6AC-009D-44C0-9EA6-D4617D37EA45}" dt="2026-10-10T14:32:03.162" v="59" actId="21"/>
          <ac:picMkLst>
            <pc:docMk/>
            <pc:sldMk cId="1300311978" sldId="266"/>
            <ac:picMk id="10" creationId="{618DD966-19F0-4350-AC58-AE86C210BDD3}"/>
          </ac:picMkLst>
        </pc:picChg>
        <pc:picChg chg="add mod ord">
          <ac:chgData name="RITU GHOSH" userId="5e7c1a46451fff8a" providerId="LiveId" clId="{AFE0A6AC-009D-44C0-9EA6-D4617D37EA45}" dt="2026-10-10T14:32:11.484" v="61" actId="22"/>
          <ac:picMkLst>
            <pc:docMk/>
            <pc:sldMk cId="1300311978" sldId="266"/>
            <ac:picMk id="11" creationId="{78D32E11-F597-B70B-0177-3D389F352F2D}"/>
          </ac:picMkLst>
        </pc:picChg>
      </pc:sldChg>
      <pc:sldChg chg="del">
        <pc:chgData name="RITU GHOSH" userId="5e7c1a46451fff8a" providerId="LiveId" clId="{AFE0A6AC-009D-44C0-9EA6-D4617D37EA45}" dt="2026-10-10T16:00:26.323" v="224" actId="2696"/>
        <pc:sldMkLst>
          <pc:docMk/>
          <pc:sldMk cId="3462884272" sldId="272"/>
        </pc:sldMkLst>
      </pc:sldChg>
      <pc:sldChg chg="addSp delSp modSp mod ord">
        <pc:chgData name="RITU GHOSH" userId="5e7c1a46451fff8a" providerId="LiveId" clId="{AFE0A6AC-009D-44C0-9EA6-D4617D37EA45}" dt="2026-10-10T17:39:03.700" v="403"/>
        <pc:sldMkLst>
          <pc:docMk/>
          <pc:sldMk cId="3242389936" sldId="273"/>
        </pc:sldMkLst>
        <pc:spChg chg="add del mod">
          <ac:chgData name="RITU GHOSH" userId="5e7c1a46451fff8a" providerId="LiveId" clId="{AFE0A6AC-009D-44C0-9EA6-D4617D37EA45}" dt="2026-10-10T15:43:56.080" v="153" actId="22"/>
          <ac:spMkLst>
            <pc:docMk/>
            <pc:sldMk cId="3242389936" sldId="273"/>
            <ac:spMk id="4" creationId="{98416762-F2DC-01B9-2E9E-67F21917680D}"/>
          </ac:spMkLst>
        </pc:spChg>
        <pc:spChg chg="mod">
          <ac:chgData name="RITU GHOSH" userId="5e7c1a46451fff8a" providerId="LiveId" clId="{AFE0A6AC-009D-44C0-9EA6-D4617D37EA45}" dt="2026-10-10T15:43:10.945" v="151" actId="2711"/>
          <ac:spMkLst>
            <pc:docMk/>
            <pc:sldMk cId="3242389936" sldId="273"/>
            <ac:spMk id="5" creationId="{9151932C-7145-4FBD-B81D-9ADC42401B87}"/>
          </ac:spMkLst>
        </pc:spChg>
        <pc:picChg chg="add mod ord">
          <ac:chgData name="RITU GHOSH" userId="5e7c1a46451fff8a" providerId="LiveId" clId="{AFE0A6AC-009D-44C0-9EA6-D4617D37EA45}" dt="2026-10-10T15:43:56.080" v="153" actId="22"/>
          <ac:picMkLst>
            <pc:docMk/>
            <pc:sldMk cId="3242389936" sldId="273"/>
            <ac:picMk id="9" creationId="{7CCDF4C4-5307-5930-253E-CA19F592BE55}"/>
          </ac:picMkLst>
        </pc:picChg>
        <pc:picChg chg="del">
          <ac:chgData name="RITU GHOSH" userId="5e7c1a46451fff8a" providerId="LiveId" clId="{AFE0A6AC-009D-44C0-9EA6-D4617D37EA45}" dt="2026-10-10T15:43:15.630" v="152" actId="21"/>
          <ac:picMkLst>
            <pc:docMk/>
            <pc:sldMk cId="3242389936" sldId="273"/>
            <ac:picMk id="11" creationId="{D38CA64A-11C5-4BD7-8A2D-E6D58794D6DC}"/>
          </ac:picMkLst>
        </pc:picChg>
      </pc:sldChg>
      <pc:sldChg chg="addSp delSp modSp mod">
        <pc:chgData name="RITU GHOSH" userId="5e7c1a46451fff8a" providerId="LiveId" clId="{AFE0A6AC-009D-44C0-9EA6-D4617D37EA45}" dt="2026-10-10T15:46:13.198" v="162" actId="22"/>
        <pc:sldMkLst>
          <pc:docMk/>
          <pc:sldMk cId="196070355" sldId="282"/>
        </pc:sldMkLst>
        <pc:spChg chg="add del mod">
          <ac:chgData name="RITU GHOSH" userId="5e7c1a46451fff8a" providerId="LiveId" clId="{AFE0A6AC-009D-44C0-9EA6-D4617D37EA45}" dt="2026-10-10T15:45:11.445" v="156" actId="22"/>
          <ac:spMkLst>
            <pc:docMk/>
            <pc:sldMk cId="196070355" sldId="282"/>
            <ac:spMk id="5" creationId="{D8D0DF02-36C9-F2B4-28B1-FCA1BE5B2C02}"/>
          </ac:spMkLst>
        </pc:spChg>
        <pc:spChg chg="add del mod">
          <ac:chgData name="RITU GHOSH" userId="5e7c1a46451fff8a" providerId="LiveId" clId="{AFE0A6AC-009D-44C0-9EA6-D4617D37EA45}" dt="2026-10-10T15:45:29.391" v="158" actId="22"/>
          <ac:spMkLst>
            <pc:docMk/>
            <pc:sldMk cId="196070355" sldId="282"/>
            <ac:spMk id="9" creationId="{6D595F37-FB25-C7F2-F577-15DB93E0FEB9}"/>
          </ac:spMkLst>
        </pc:spChg>
        <pc:spChg chg="add del mod">
          <ac:chgData name="RITU GHOSH" userId="5e7c1a46451fff8a" providerId="LiveId" clId="{AFE0A6AC-009D-44C0-9EA6-D4617D37EA45}" dt="2026-10-10T15:46:13.198" v="162" actId="22"/>
          <ac:spMkLst>
            <pc:docMk/>
            <pc:sldMk cId="196070355" sldId="282"/>
            <ac:spMk id="15" creationId="{973BCF37-6976-5CB2-4F76-CD2468CAEBE4}"/>
          </ac:spMkLst>
        </pc:spChg>
        <pc:picChg chg="add">
          <ac:chgData name="RITU GHOSH" userId="5e7c1a46451fff8a" providerId="LiveId" clId="{AFE0A6AC-009D-44C0-9EA6-D4617D37EA45}" dt="2026-10-10T15:45:04.360" v="154" actId="22"/>
          <ac:picMkLst>
            <pc:docMk/>
            <pc:sldMk cId="196070355" sldId="282"/>
            <ac:picMk id="3" creationId="{8D00A50C-3AD5-96B7-B53E-BA3D386A4B62}"/>
          </ac:picMkLst>
        </pc:picChg>
        <pc:picChg chg="add del mod ord">
          <ac:chgData name="RITU GHOSH" userId="5e7c1a46451fff8a" providerId="LiveId" clId="{AFE0A6AC-009D-44C0-9EA6-D4617D37EA45}" dt="2026-10-10T15:45:14.733" v="157" actId="21"/>
          <ac:picMkLst>
            <pc:docMk/>
            <pc:sldMk cId="196070355" sldId="282"/>
            <ac:picMk id="7" creationId="{ED23F669-C5F8-A79D-5BFA-4F9D139DE3EE}"/>
          </ac:picMkLst>
        </pc:picChg>
        <pc:picChg chg="add del mod ord">
          <ac:chgData name="RITU GHOSH" userId="5e7c1a46451fff8a" providerId="LiveId" clId="{AFE0A6AC-009D-44C0-9EA6-D4617D37EA45}" dt="2026-10-10T15:45:57.687" v="161" actId="21"/>
          <ac:picMkLst>
            <pc:docMk/>
            <pc:sldMk cId="196070355" sldId="282"/>
            <ac:picMk id="11" creationId="{7A0B6091-B88A-8734-288F-94C921500DAD}"/>
          </ac:picMkLst>
        </pc:picChg>
        <pc:picChg chg="add mod">
          <ac:chgData name="RITU GHOSH" userId="5e7c1a46451fff8a" providerId="LiveId" clId="{AFE0A6AC-009D-44C0-9EA6-D4617D37EA45}" dt="2026-10-10T15:45:53.960" v="160" actId="14100"/>
          <ac:picMkLst>
            <pc:docMk/>
            <pc:sldMk cId="196070355" sldId="282"/>
            <ac:picMk id="13" creationId="{9B09B8A8-6626-4D20-2DD6-C4AE520D0821}"/>
          </ac:picMkLst>
        </pc:picChg>
        <pc:picChg chg="del">
          <ac:chgData name="RITU GHOSH" userId="5e7c1a46451fff8a" providerId="LiveId" clId="{AFE0A6AC-009D-44C0-9EA6-D4617D37EA45}" dt="2026-10-10T15:45:08.361" v="155" actId="21"/>
          <ac:picMkLst>
            <pc:docMk/>
            <pc:sldMk cId="196070355" sldId="282"/>
            <ac:picMk id="17" creationId="{18B7855D-2DE6-49A4-BA98-97404403C66B}"/>
          </ac:picMkLst>
        </pc:picChg>
        <pc:picChg chg="add mod ord">
          <ac:chgData name="RITU GHOSH" userId="5e7c1a46451fff8a" providerId="LiveId" clId="{AFE0A6AC-009D-44C0-9EA6-D4617D37EA45}" dt="2026-10-10T15:46:13.198" v="162" actId="22"/>
          <ac:picMkLst>
            <pc:docMk/>
            <pc:sldMk cId="196070355" sldId="282"/>
            <ac:picMk id="18" creationId="{CAD3C0E9-08FB-D283-41F8-0CAAC76F5193}"/>
          </ac:picMkLst>
        </pc:picChg>
      </pc:sldChg>
      <pc:sldChg chg="addSp delSp modSp mod ord">
        <pc:chgData name="RITU GHOSH" userId="5e7c1a46451fff8a" providerId="LiveId" clId="{AFE0A6AC-009D-44C0-9EA6-D4617D37EA45}" dt="2026-10-10T15:54:05.717" v="202"/>
        <pc:sldMkLst>
          <pc:docMk/>
          <pc:sldMk cId="1154969311" sldId="286"/>
        </pc:sldMkLst>
        <pc:spChg chg="add del mod">
          <ac:chgData name="RITU GHOSH" userId="5e7c1a46451fff8a" providerId="LiveId" clId="{AFE0A6AC-009D-44C0-9EA6-D4617D37EA45}" dt="2026-10-10T15:48:42.298" v="172" actId="22"/>
          <ac:spMkLst>
            <pc:docMk/>
            <pc:sldMk cId="1154969311" sldId="286"/>
            <ac:spMk id="6" creationId="{1E24983C-3B66-3A2F-E123-3A22669BD992}"/>
          </ac:spMkLst>
        </pc:spChg>
        <pc:spChg chg="mod">
          <ac:chgData name="RITU GHOSH" userId="5e7c1a46451fff8a" providerId="LiveId" clId="{AFE0A6AC-009D-44C0-9EA6-D4617D37EA45}" dt="2026-10-10T15:51:41.369" v="194" actId="2711"/>
          <ac:spMkLst>
            <pc:docMk/>
            <pc:sldMk cId="1154969311" sldId="286"/>
            <ac:spMk id="9" creationId="{DEF48F30-BEB4-44C7-9F35-3BBB61CF89AF}"/>
          </ac:spMkLst>
        </pc:spChg>
        <pc:spChg chg="del mod">
          <ac:chgData name="RITU GHOSH" userId="5e7c1a46451fff8a" providerId="LiveId" clId="{AFE0A6AC-009D-44C0-9EA6-D4617D37EA45}" dt="2026-10-10T15:51:17.065" v="190" actId="21"/>
          <ac:spMkLst>
            <pc:docMk/>
            <pc:sldMk cId="1154969311" sldId="286"/>
            <ac:spMk id="10" creationId="{41B8DC8C-1FD7-4773-B07E-7E4432766A4E}"/>
          </ac:spMkLst>
        </pc:spChg>
        <pc:spChg chg="del">
          <ac:chgData name="RITU GHOSH" userId="5e7c1a46451fff8a" providerId="LiveId" clId="{AFE0A6AC-009D-44C0-9EA6-D4617D37EA45}" dt="2026-10-10T15:51:02.333" v="187" actId="21"/>
          <ac:spMkLst>
            <pc:docMk/>
            <pc:sldMk cId="1154969311" sldId="286"/>
            <ac:spMk id="11" creationId="{2B253683-524F-46CF-BFCD-BFF6A7A920A7}"/>
          </ac:spMkLst>
        </pc:spChg>
        <pc:spChg chg="del mod">
          <ac:chgData name="RITU GHOSH" userId="5e7c1a46451fff8a" providerId="LiveId" clId="{AFE0A6AC-009D-44C0-9EA6-D4617D37EA45}" dt="2026-10-10T15:50:11.099" v="178" actId="21"/>
          <ac:spMkLst>
            <pc:docMk/>
            <pc:sldMk cId="1154969311" sldId="286"/>
            <ac:spMk id="12" creationId="{4241C871-580D-4A29-A334-0208A8E479B9}"/>
          </ac:spMkLst>
        </pc:spChg>
        <pc:spChg chg="del">
          <ac:chgData name="RITU GHOSH" userId="5e7c1a46451fff8a" providerId="LiveId" clId="{AFE0A6AC-009D-44C0-9EA6-D4617D37EA45}" dt="2026-10-10T15:49:58.284" v="175" actId="21"/>
          <ac:spMkLst>
            <pc:docMk/>
            <pc:sldMk cId="1154969311" sldId="286"/>
            <ac:spMk id="13" creationId="{0097C6D9-3930-4866-9E88-F17648880044}"/>
          </ac:spMkLst>
        </pc:spChg>
        <pc:spChg chg="add del mod">
          <ac:chgData name="RITU GHOSH" userId="5e7c1a46451fff8a" providerId="LiveId" clId="{AFE0A6AC-009D-44C0-9EA6-D4617D37EA45}" dt="2026-10-10T15:49:35.167" v="174" actId="22"/>
          <ac:spMkLst>
            <pc:docMk/>
            <pc:sldMk cId="1154969311" sldId="286"/>
            <ac:spMk id="15" creationId="{150CBFEF-A639-0F73-67F2-88B465143CE0}"/>
          </ac:spMkLst>
        </pc:spChg>
        <pc:spChg chg="add del mod">
          <ac:chgData name="RITU GHOSH" userId="5e7c1a46451fff8a" providerId="LiveId" clId="{AFE0A6AC-009D-44C0-9EA6-D4617D37EA45}" dt="2026-10-10T15:50:07.183" v="177" actId="21"/>
          <ac:spMkLst>
            <pc:docMk/>
            <pc:sldMk cId="1154969311" sldId="286"/>
            <ac:spMk id="21" creationId="{A312CF53-6571-524C-AEC5-C424529A5494}"/>
          </ac:spMkLst>
        </pc:spChg>
        <pc:spChg chg="add del mod">
          <ac:chgData name="RITU GHOSH" userId="5e7c1a46451fff8a" providerId="LiveId" clId="{AFE0A6AC-009D-44C0-9EA6-D4617D37EA45}" dt="2026-10-10T15:52:08.119" v="195"/>
          <ac:spMkLst>
            <pc:docMk/>
            <pc:sldMk cId="1154969311" sldId="286"/>
            <ac:spMk id="23" creationId="{92E8A583-E894-1842-F9FB-A774F1787F23}"/>
          </ac:spMkLst>
        </pc:spChg>
        <pc:spChg chg="add del mod">
          <ac:chgData name="RITU GHOSH" userId="5e7c1a46451fff8a" providerId="LiveId" clId="{AFE0A6AC-009D-44C0-9EA6-D4617D37EA45}" dt="2026-10-10T15:51:21.314" v="191" actId="21"/>
          <ac:spMkLst>
            <pc:docMk/>
            <pc:sldMk cId="1154969311" sldId="286"/>
            <ac:spMk id="25" creationId="{FDC60B3B-CDB6-FEFD-4113-32D4CE65E4AF}"/>
          </ac:spMkLst>
        </pc:spChg>
        <pc:graphicFrameChg chg="add mod">
          <ac:chgData name="RITU GHOSH" userId="5e7c1a46451fff8a" providerId="LiveId" clId="{AFE0A6AC-009D-44C0-9EA6-D4617D37EA45}" dt="2026-10-10T15:52:31.702" v="200" actId="14100"/>
          <ac:graphicFrameMkLst>
            <pc:docMk/>
            <pc:sldMk cId="1154969311" sldId="286"/>
            <ac:graphicFrameMk id="26" creationId="{053A6FE5-61C5-48C5-AD98-21214FDDF46B}"/>
          </ac:graphicFrameMkLst>
        </pc:graphicFrameChg>
        <pc:picChg chg="add del mod">
          <ac:chgData name="RITU GHOSH" userId="5e7c1a46451fff8a" providerId="LiveId" clId="{AFE0A6AC-009D-44C0-9EA6-D4617D37EA45}" dt="2026-10-10T15:48:39.363" v="171" actId="21"/>
          <ac:picMkLst>
            <pc:docMk/>
            <pc:sldMk cId="1154969311" sldId="286"/>
            <ac:picMk id="4" creationId="{02B05D39-616B-87F6-EF60-4AE531DC1616}"/>
          </ac:picMkLst>
        </pc:picChg>
        <pc:picChg chg="add mod ord">
          <ac:chgData name="RITU GHOSH" userId="5e7c1a46451fff8a" providerId="LiveId" clId="{AFE0A6AC-009D-44C0-9EA6-D4617D37EA45}" dt="2026-10-10T15:51:30.691" v="193" actId="14100"/>
          <ac:picMkLst>
            <pc:docMk/>
            <pc:sldMk cId="1154969311" sldId="286"/>
            <ac:picMk id="8" creationId="{036B7D76-BBCA-89C5-399A-804879F743AB}"/>
          </ac:picMkLst>
        </pc:picChg>
        <pc:picChg chg="del">
          <ac:chgData name="RITU GHOSH" userId="5e7c1a46451fff8a" providerId="LiveId" clId="{AFE0A6AC-009D-44C0-9EA6-D4617D37EA45}" dt="2026-10-10T15:48:22.197" v="168" actId="21"/>
          <ac:picMkLst>
            <pc:docMk/>
            <pc:sldMk cId="1154969311" sldId="286"/>
            <ac:picMk id="17" creationId="{38B0024B-0AD8-4DDB-8486-A9BD3A8E9FAC}"/>
          </ac:picMkLst>
        </pc:picChg>
        <pc:picChg chg="add del mod ord">
          <ac:chgData name="RITU GHOSH" userId="5e7c1a46451fff8a" providerId="LiveId" clId="{AFE0A6AC-009D-44C0-9EA6-D4617D37EA45}" dt="2026-10-10T15:50:49.204" v="186" actId="21"/>
          <ac:picMkLst>
            <pc:docMk/>
            <pc:sldMk cId="1154969311" sldId="286"/>
            <ac:picMk id="18" creationId="{93389CD2-3D3A-70E6-F484-1E85FE4965CE}"/>
          </ac:picMkLst>
        </pc:picChg>
        <pc:picChg chg="del">
          <ac:chgData name="RITU GHOSH" userId="5e7c1a46451fff8a" providerId="LiveId" clId="{AFE0A6AC-009D-44C0-9EA6-D4617D37EA45}" dt="2026-10-10T15:49:12.276" v="173" actId="21"/>
          <ac:picMkLst>
            <pc:docMk/>
            <pc:sldMk cId="1154969311" sldId="286"/>
            <ac:picMk id="19" creationId="{18D1195C-D9D4-4994-BAD9-68AA2C2BD35A}"/>
          </ac:picMkLst>
        </pc:picChg>
      </pc:sldChg>
      <pc:sldChg chg="addSp modSp del mod">
        <pc:chgData name="RITU GHOSH" userId="5e7c1a46451fff8a" providerId="LiveId" clId="{AFE0A6AC-009D-44C0-9EA6-D4617D37EA45}" dt="2026-10-10T17:38:47.600" v="401" actId="2696"/>
        <pc:sldMkLst>
          <pc:docMk/>
          <pc:sldMk cId="3149670743" sldId="289"/>
        </pc:sldMkLst>
        <pc:picChg chg="add mod">
          <ac:chgData name="RITU GHOSH" userId="5e7c1a46451fff8a" providerId="LiveId" clId="{AFE0A6AC-009D-44C0-9EA6-D4617D37EA45}" dt="2026-10-10T15:47:27.873" v="166" actId="14100"/>
          <ac:picMkLst>
            <pc:docMk/>
            <pc:sldMk cId="3149670743" sldId="289"/>
            <ac:picMk id="4" creationId="{CE917C03-7AF4-B2B2-B2EA-3D6512BF9E60}"/>
          </ac:picMkLst>
        </pc:picChg>
      </pc:sldChg>
      <pc:sldChg chg="addSp delSp modSp mod ord">
        <pc:chgData name="RITU GHOSH" userId="5e7c1a46451fff8a" providerId="LiveId" clId="{AFE0A6AC-009D-44C0-9EA6-D4617D37EA45}" dt="2026-10-10T17:40:03.174" v="407"/>
        <pc:sldMkLst>
          <pc:docMk/>
          <pc:sldMk cId="1163063007" sldId="293"/>
        </pc:sldMkLst>
        <pc:spChg chg="add del mod">
          <ac:chgData name="RITU GHOSH" userId="5e7c1a46451fff8a" providerId="LiveId" clId="{AFE0A6AC-009D-44C0-9EA6-D4617D37EA45}" dt="2026-10-10T17:17:33.397" v="376" actId="207"/>
          <ac:spMkLst>
            <pc:docMk/>
            <pc:sldMk cId="1163063007" sldId="293"/>
            <ac:spMk id="4" creationId="{29995060-7F43-B602-A2A9-332365E93504}"/>
          </ac:spMkLst>
        </pc:spChg>
        <pc:spChg chg="mod">
          <ac:chgData name="RITU GHOSH" userId="5e7c1a46451fff8a" providerId="LiveId" clId="{AFE0A6AC-009D-44C0-9EA6-D4617D37EA45}" dt="2026-10-10T17:15:49.374" v="346" actId="20577"/>
          <ac:spMkLst>
            <pc:docMk/>
            <pc:sldMk cId="1163063007" sldId="293"/>
            <ac:spMk id="6" creationId="{E1768246-2496-4F97-8FCA-02252116FF87}"/>
          </ac:spMkLst>
        </pc:spChg>
        <pc:spChg chg="add del mod">
          <ac:chgData name="RITU GHOSH" userId="5e7c1a46451fff8a" providerId="LiveId" clId="{AFE0A6AC-009D-44C0-9EA6-D4617D37EA45}" dt="2026-10-10T16:03:30.006" v="233" actId="21"/>
          <ac:spMkLst>
            <pc:docMk/>
            <pc:sldMk cId="1163063007" sldId="293"/>
            <ac:spMk id="7" creationId="{0A91728F-9D58-EC03-C4B0-2CA89F3540A9}"/>
          </ac:spMkLst>
        </pc:spChg>
        <pc:spChg chg="add mod">
          <ac:chgData name="RITU GHOSH" userId="5e7c1a46451fff8a" providerId="LiveId" clId="{AFE0A6AC-009D-44C0-9EA6-D4617D37EA45}" dt="2026-10-10T17:12:00.474" v="327" actId="1076"/>
          <ac:spMkLst>
            <pc:docMk/>
            <pc:sldMk cId="1163063007" sldId="293"/>
            <ac:spMk id="9" creationId="{9E01CBED-D2BF-A8CC-7249-48878B80C6F8}"/>
          </ac:spMkLst>
        </pc:spChg>
        <pc:spChg chg="mod">
          <ac:chgData name="RITU GHOSH" userId="5e7c1a46451fff8a" providerId="LiveId" clId="{AFE0A6AC-009D-44C0-9EA6-D4617D37EA45}" dt="2026-10-10T17:11:05.011" v="321" actId="113"/>
          <ac:spMkLst>
            <pc:docMk/>
            <pc:sldMk cId="1163063007" sldId="293"/>
            <ac:spMk id="12" creationId="{7D269992-EA9D-41F6-85C3-B78921847100}"/>
          </ac:spMkLst>
        </pc:spChg>
        <pc:spChg chg="del mod">
          <ac:chgData name="RITU GHOSH" userId="5e7c1a46451fff8a" providerId="LiveId" clId="{AFE0A6AC-009D-44C0-9EA6-D4617D37EA45}" dt="2026-10-10T17:14:20.419" v="336" actId="21"/>
          <ac:spMkLst>
            <pc:docMk/>
            <pc:sldMk cId="1163063007" sldId="293"/>
            <ac:spMk id="13" creationId="{6DFAA7E0-5467-48C2-A0A1-08FFCDD0AB29}"/>
          </ac:spMkLst>
        </pc:spChg>
        <pc:spChg chg="add del mod">
          <ac:chgData name="RITU GHOSH" userId="5e7c1a46451fff8a" providerId="LiveId" clId="{AFE0A6AC-009D-44C0-9EA6-D4617D37EA45}" dt="2026-10-10T17:03:59.019" v="239" actId="21"/>
          <ac:spMkLst>
            <pc:docMk/>
            <pc:sldMk cId="1163063007" sldId="293"/>
            <ac:spMk id="15" creationId="{F36FCC9B-CF48-7C58-0B46-3867FB9EA36D}"/>
          </ac:spMkLst>
        </pc:spChg>
        <pc:spChg chg="add mod">
          <ac:chgData name="RITU GHOSH" userId="5e7c1a46451fff8a" providerId="LiveId" clId="{AFE0A6AC-009D-44C0-9EA6-D4617D37EA45}" dt="2026-10-10T17:14:04.543" v="335" actId="113"/>
          <ac:spMkLst>
            <pc:docMk/>
            <pc:sldMk cId="1163063007" sldId="293"/>
            <ac:spMk id="17" creationId="{0184F74E-BA9A-6157-9A7D-C43FDF405FD8}"/>
          </ac:spMkLst>
        </pc:spChg>
        <pc:spChg chg="add del mod">
          <ac:chgData name="RITU GHOSH" userId="5e7c1a46451fff8a" providerId="LiveId" clId="{AFE0A6AC-009D-44C0-9EA6-D4617D37EA45}" dt="2026-10-10T17:14:48.387" v="339" actId="21"/>
          <ac:spMkLst>
            <pc:docMk/>
            <pc:sldMk cId="1163063007" sldId="293"/>
            <ac:spMk id="19" creationId="{B2B8AA0D-7321-78D1-DF66-86EFA5D05599}"/>
          </ac:spMkLst>
        </pc:spChg>
        <pc:picChg chg="add mod">
          <ac:chgData name="RITU GHOSH" userId="5e7c1a46451fff8a" providerId="LiveId" clId="{AFE0A6AC-009D-44C0-9EA6-D4617D37EA45}" dt="2026-10-10T17:14:36.939" v="338" actId="1076"/>
          <ac:picMkLst>
            <pc:docMk/>
            <pc:sldMk cId="1163063007" sldId="293"/>
            <ac:picMk id="21" creationId="{C8107739-31B0-65C1-777B-CBF4FB111297}"/>
          </ac:picMkLst>
        </pc:picChg>
        <pc:picChg chg="del">
          <ac:chgData name="RITU GHOSH" userId="5e7c1a46451fff8a" providerId="LiveId" clId="{AFE0A6AC-009D-44C0-9EA6-D4617D37EA45}" dt="2026-10-10T17:03:40.926" v="238" actId="21"/>
          <ac:picMkLst>
            <pc:docMk/>
            <pc:sldMk cId="1163063007" sldId="293"/>
            <ac:picMk id="24" creationId="{F1E0AF3E-867C-4F0D-8325-9DC9A985B427}"/>
          </ac:picMkLst>
        </pc:picChg>
        <pc:picChg chg="del">
          <ac:chgData name="RITU GHOSH" userId="5e7c1a46451fff8a" providerId="LiveId" clId="{AFE0A6AC-009D-44C0-9EA6-D4617D37EA45}" dt="2026-10-10T16:03:21.683" v="232" actId="21"/>
          <ac:picMkLst>
            <pc:docMk/>
            <pc:sldMk cId="1163063007" sldId="293"/>
            <ac:picMk id="26" creationId="{2AD0E03E-80ED-4CBF-B567-3E1EAB01FD41}"/>
          </ac:picMkLst>
        </pc:picChg>
      </pc:sldChg>
      <pc:sldChg chg="del">
        <pc:chgData name="RITU GHOSH" userId="5e7c1a46451fff8a" providerId="LiveId" clId="{AFE0A6AC-009D-44C0-9EA6-D4617D37EA45}" dt="2026-10-10T16:00:49.766" v="225" actId="2696"/>
        <pc:sldMkLst>
          <pc:docMk/>
          <pc:sldMk cId="2971040159" sldId="298"/>
        </pc:sldMkLst>
      </pc:sldChg>
      <pc:sldChg chg="modSp mod">
        <pc:chgData name="RITU GHOSH" userId="5e7c1a46451fff8a" providerId="LiveId" clId="{AFE0A6AC-009D-44C0-9EA6-D4617D37EA45}" dt="2026-10-10T15:24:46.340" v="107" actId="2711"/>
        <pc:sldMkLst>
          <pc:docMk/>
          <pc:sldMk cId="2900026269" sldId="300"/>
        </pc:sldMkLst>
        <pc:spChg chg="mod">
          <ac:chgData name="RITU GHOSH" userId="5e7c1a46451fff8a" providerId="LiveId" clId="{AFE0A6AC-009D-44C0-9EA6-D4617D37EA45}" dt="2026-10-10T15:24:46.340" v="107" actId="2711"/>
          <ac:spMkLst>
            <pc:docMk/>
            <pc:sldMk cId="2900026269" sldId="300"/>
            <ac:spMk id="16" creationId="{2C00B059-8249-401E-BECD-DC838B36F9FB}"/>
          </ac:spMkLst>
        </pc:spChg>
        <pc:spChg chg="mod">
          <ac:chgData name="RITU GHOSH" userId="5e7c1a46451fff8a" providerId="LiveId" clId="{AFE0A6AC-009D-44C0-9EA6-D4617D37EA45}" dt="2026-10-10T15:19:01.626" v="92" actId="2711"/>
          <ac:spMkLst>
            <pc:docMk/>
            <pc:sldMk cId="2900026269" sldId="300"/>
            <ac:spMk id="18" creationId="{ED42596E-DB09-43F7-A053-18CEB2DDE639}"/>
          </ac:spMkLst>
        </pc:spChg>
      </pc:sldChg>
      <pc:sldChg chg="modSp mod">
        <pc:chgData name="RITU GHOSH" userId="5e7c1a46451fff8a" providerId="LiveId" clId="{AFE0A6AC-009D-44C0-9EA6-D4617D37EA45}" dt="2026-10-10T15:58:00.400" v="223" actId="20577"/>
        <pc:sldMkLst>
          <pc:docMk/>
          <pc:sldMk cId="1969321999" sldId="301"/>
        </pc:sldMkLst>
        <pc:spChg chg="mod">
          <ac:chgData name="RITU GHOSH" userId="5e7c1a46451fff8a" providerId="LiveId" clId="{AFE0A6AC-009D-44C0-9EA6-D4617D37EA45}" dt="2026-10-10T15:58:00.400" v="223" actId="20577"/>
          <ac:spMkLst>
            <pc:docMk/>
            <pc:sldMk cId="1969321999" sldId="301"/>
            <ac:spMk id="2" creationId="{6CEAA67A-4D31-8DF8-943D-392C3444DEE1}"/>
          </ac:spMkLst>
        </pc:spChg>
      </pc:sldChg>
      <pc:sldChg chg="addSp delSp modSp mod">
        <pc:chgData name="RITU GHOSH" userId="5e7c1a46451fff8a" providerId="LiveId" clId="{AFE0A6AC-009D-44C0-9EA6-D4617D37EA45}" dt="2026-10-10T15:27:44.696" v="120" actId="1076"/>
        <pc:sldMkLst>
          <pc:docMk/>
          <pc:sldMk cId="2489441127" sldId="302"/>
        </pc:sldMkLst>
        <pc:spChg chg="mod">
          <ac:chgData name="RITU GHOSH" userId="5e7c1a46451fff8a" providerId="LiveId" clId="{AFE0A6AC-009D-44C0-9EA6-D4617D37EA45}" dt="2026-10-10T15:24:34.788" v="106" actId="2711"/>
          <ac:spMkLst>
            <pc:docMk/>
            <pc:sldMk cId="2489441127" sldId="302"/>
            <ac:spMk id="2" creationId="{C61A8C15-B091-9E5D-FE2F-22C215CD7414}"/>
          </ac:spMkLst>
        </pc:spChg>
        <pc:spChg chg="mod">
          <ac:chgData name="RITU GHOSH" userId="5e7c1a46451fff8a" providerId="LiveId" clId="{AFE0A6AC-009D-44C0-9EA6-D4617D37EA45}" dt="2026-10-10T15:18:47.161" v="91" actId="2711"/>
          <ac:spMkLst>
            <pc:docMk/>
            <pc:sldMk cId="2489441127" sldId="302"/>
            <ac:spMk id="11" creationId="{16B5DE95-2F36-F08A-6EB3-671C3E8B6F39}"/>
          </ac:spMkLst>
        </pc:spChg>
        <pc:spChg chg="add del mod">
          <ac:chgData name="RITU GHOSH" userId="5e7c1a46451fff8a" providerId="LiveId" clId="{AFE0A6AC-009D-44C0-9EA6-D4617D37EA45}" dt="2026-10-10T15:27:20.470" v="117"/>
          <ac:spMkLst>
            <pc:docMk/>
            <pc:sldMk cId="2489441127" sldId="302"/>
            <ac:spMk id="12" creationId="{1F952169-BABF-EC8F-1F6A-628B03A9D09F}"/>
          </ac:spMkLst>
        </pc:spChg>
        <pc:picChg chg="del">
          <ac:chgData name="RITU GHOSH" userId="5e7c1a46451fff8a" providerId="LiveId" clId="{AFE0A6AC-009D-44C0-9EA6-D4617D37EA45}" dt="2026-10-10T15:26:36.884" v="108" actId="21"/>
          <ac:picMkLst>
            <pc:docMk/>
            <pc:sldMk cId="2489441127" sldId="302"/>
            <ac:picMk id="7" creationId="{4C3734D5-7742-CC20-4D5B-3660B5650A83}"/>
          </ac:picMkLst>
        </pc:picChg>
        <pc:picChg chg="add mod">
          <ac:chgData name="RITU GHOSH" userId="5e7c1a46451fff8a" providerId="LiveId" clId="{AFE0A6AC-009D-44C0-9EA6-D4617D37EA45}" dt="2026-10-10T15:27:44.696" v="120" actId="1076"/>
          <ac:picMkLst>
            <pc:docMk/>
            <pc:sldMk cId="2489441127" sldId="302"/>
            <ac:picMk id="14" creationId="{712FED7F-2122-E726-EF3B-4FBCDBFD54F1}"/>
          </ac:picMkLst>
        </pc:picChg>
      </pc:sldChg>
      <pc:sldChg chg="addSp modSp mod">
        <pc:chgData name="RITU GHOSH" userId="5e7c1a46451fff8a" providerId="LiveId" clId="{AFE0A6AC-009D-44C0-9EA6-D4617D37EA45}" dt="2026-10-10T15:24:25.282" v="105" actId="2711"/>
        <pc:sldMkLst>
          <pc:docMk/>
          <pc:sldMk cId="2205066238" sldId="303"/>
        </pc:sldMkLst>
        <pc:spChg chg="mod">
          <ac:chgData name="RITU GHOSH" userId="5e7c1a46451fff8a" providerId="LiveId" clId="{AFE0A6AC-009D-44C0-9EA6-D4617D37EA45}" dt="2026-10-10T15:24:25.282" v="105" actId="2711"/>
          <ac:spMkLst>
            <pc:docMk/>
            <pc:sldMk cId="2205066238" sldId="303"/>
            <ac:spMk id="2" creationId="{910B24D1-0AC6-FDCE-6EB2-5C0C8E9559AC}"/>
          </ac:spMkLst>
        </pc:spChg>
        <pc:picChg chg="add mod">
          <ac:chgData name="RITU GHOSH" userId="5e7c1a46451fff8a" providerId="LiveId" clId="{AFE0A6AC-009D-44C0-9EA6-D4617D37EA45}" dt="2026-10-10T15:20:49.084" v="98" actId="14100"/>
          <ac:picMkLst>
            <pc:docMk/>
            <pc:sldMk cId="2205066238" sldId="303"/>
            <ac:picMk id="7" creationId="{31D55F65-471E-2876-D14A-1D0A39F58725}"/>
          </ac:picMkLst>
        </pc:picChg>
      </pc:sldChg>
      <pc:sldChg chg="addSp delSp modSp mod">
        <pc:chgData name="RITU GHOSH" userId="5e7c1a46451fff8a" providerId="LiveId" clId="{AFE0A6AC-009D-44C0-9EA6-D4617D37EA45}" dt="2026-10-10T17:32:10.570" v="383" actId="2711"/>
        <pc:sldMkLst>
          <pc:docMk/>
          <pc:sldMk cId="2266664389" sldId="304"/>
        </pc:sldMkLst>
        <pc:spChg chg="mod">
          <ac:chgData name="RITU GHOSH" userId="5e7c1a46451fff8a" providerId="LiveId" clId="{AFE0A6AC-009D-44C0-9EA6-D4617D37EA45}" dt="2026-10-10T17:32:10.570" v="383" actId="2711"/>
          <ac:spMkLst>
            <pc:docMk/>
            <pc:sldMk cId="2266664389" sldId="304"/>
            <ac:spMk id="2" creationId="{07CDD44A-9B80-C720-CE1E-D6890E8704DA}"/>
          </ac:spMkLst>
        </pc:spChg>
        <pc:spChg chg="del">
          <ac:chgData name="RITU GHOSH" userId="5e7c1a46451fff8a" providerId="LiveId" clId="{AFE0A6AC-009D-44C0-9EA6-D4617D37EA45}" dt="2026-10-10T15:28:29.052" v="121" actId="21"/>
          <ac:spMkLst>
            <pc:docMk/>
            <pc:sldMk cId="2266664389" sldId="304"/>
            <ac:spMk id="4" creationId="{06A5F31D-237A-5D30-2F67-98E7800C3F18}"/>
          </ac:spMkLst>
        </pc:spChg>
        <pc:picChg chg="add mod">
          <ac:chgData name="RITU GHOSH" userId="5e7c1a46451fff8a" providerId="LiveId" clId="{AFE0A6AC-009D-44C0-9EA6-D4617D37EA45}" dt="2026-10-10T15:28:39.367" v="124" actId="1076"/>
          <ac:picMkLst>
            <pc:docMk/>
            <pc:sldMk cId="2266664389" sldId="304"/>
            <ac:picMk id="9" creationId="{1AB0D01B-7A02-8936-79E4-97E6941B2069}"/>
          </ac:picMkLst>
        </pc:picChg>
        <pc:picChg chg="add mod">
          <ac:chgData name="RITU GHOSH" userId="5e7c1a46451fff8a" providerId="LiveId" clId="{AFE0A6AC-009D-44C0-9EA6-D4617D37EA45}" dt="2026-10-10T15:29:26.931" v="129" actId="14100"/>
          <ac:picMkLst>
            <pc:docMk/>
            <pc:sldMk cId="2266664389" sldId="304"/>
            <ac:picMk id="11" creationId="{07ED1B3E-AA2E-BBFD-A96B-426FE5A8BE7A}"/>
          </ac:picMkLst>
        </pc:picChg>
      </pc:sldChg>
      <pc:sldChg chg="addSp delSp modSp mod ord">
        <pc:chgData name="RITU GHOSH" userId="5e7c1a46451fff8a" providerId="LiveId" clId="{AFE0A6AC-009D-44C0-9EA6-D4617D37EA45}" dt="2026-10-10T17:40:16.096" v="409"/>
        <pc:sldMkLst>
          <pc:docMk/>
          <pc:sldMk cId="2303131389" sldId="305"/>
        </pc:sldMkLst>
        <pc:spChg chg="mod">
          <ac:chgData name="RITU GHOSH" userId="5e7c1a46451fff8a" providerId="LiveId" clId="{AFE0A6AC-009D-44C0-9EA6-D4617D37EA45}" dt="2026-10-10T15:42:52.826" v="150" actId="2711"/>
          <ac:spMkLst>
            <pc:docMk/>
            <pc:sldMk cId="2303131389" sldId="305"/>
            <ac:spMk id="2" creationId="{A367E1CD-6193-F97C-499F-F357FAD9BAC1}"/>
          </ac:spMkLst>
        </pc:spChg>
        <pc:spChg chg="del">
          <ac:chgData name="RITU GHOSH" userId="5e7c1a46451fff8a" providerId="LiveId" clId="{AFE0A6AC-009D-44C0-9EA6-D4617D37EA45}" dt="2026-10-10T15:40:28.632" v="144" actId="21"/>
          <ac:spMkLst>
            <pc:docMk/>
            <pc:sldMk cId="2303131389" sldId="305"/>
            <ac:spMk id="4" creationId="{F4D8B9EE-3213-907E-83B5-E49C27DA3D91}"/>
          </ac:spMkLst>
        </pc:spChg>
        <pc:picChg chg="add del mod">
          <ac:chgData name="RITU GHOSH" userId="5e7c1a46451fff8a" providerId="LiveId" clId="{AFE0A6AC-009D-44C0-9EA6-D4617D37EA45}" dt="2026-10-10T15:30:56.642" v="134" actId="21"/>
          <ac:picMkLst>
            <pc:docMk/>
            <pc:sldMk cId="2303131389" sldId="305"/>
            <ac:picMk id="7" creationId="{1A1EE3AD-5B26-292E-19BA-FC86F4D8924C}"/>
          </ac:picMkLst>
        </pc:picChg>
        <pc:picChg chg="add del">
          <ac:chgData name="RITU GHOSH" userId="5e7c1a46451fff8a" providerId="LiveId" clId="{AFE0A6AC-009D-44C0-9EA6-D4617D37EA45}" dt="2026-10-10T15:31:36.571" v="136" actId="21"/>
          <ac:picMkLst>
            <pc:docMk/>
            <pc:sldMk cId="2303131389" sldId="305"/>
            <ac:picMk id="9" creationId="{0573900F-1128-43AD-0C1A-5FD6868E8D7A}"/>
          </ac:picMkLst>
        </pc:picChg>
        <pc:picChg chg="add del mod">
          <ac:chgData name="RITU GHOSH" userId="5e7c1a46451fff8a" providerId="LiveId" clId="{AFE0A6AC-009D-44C0-9EA6-D4617D37EA45}" dt="2026-10-10T15:38:17.142" v="143" actId="21"/>
          <ac:picMkLst>
            <pc:docMk/>
            <pc:sldMk cId="2303131389" sldId="305"/>
            <ac:picMk id="13" creationId="{4C65D8F9-4F72-E98A-F37F-ED69AFB2DE7D}"/>
          </ac:picMkLst>
        </pc:picChg>
        <pc:picChg chg="add mod">
          <ac:chgData name="RITU GHOSH" userId="5e7c1a46451fff8a" providerId="LiveId" clId="{AFE0A6AC-009D-44C0-9EA6-D4617D37EA45}" dt="2026-10-10T15:42:30.135" v="149" actId="14100"/>
          <ac:picMkLst>
            <pc:docMk/>
            <pc:sldMk cId="2303131389" sldId="305"/>
            <ac:picMk id="17" creationId="{0E87C480-6421-6139-01CD-8D8CE0E57D9D}"/>
          </ac:picMkLst>
        </pc:picChg>
      </pc:sldChg>
      <pc:sldChg chg="del">
        <pc:chgData name="RITU GHOSH" userId="5e7c1a46451fff8a" providerId="LiveId" clId="{AFE0A6AC-009D-44C0-9EA6-D4617D37EA45}" dt="2026-10-10T16:00:55.678" v="226" actId="2696"/>
        <pc:sldMkLst>
          <pc:docMk/>
          <pc:sldMk cId="3930399378" sldId="306"/>
        </pc:sldMkLst>
      </pc:sldChg>
      <pc:sldChg chg="addSp delSp modSp del mod">
        <pc:chgData name="RITU GHOSH" userId="5e7c1a46451fff8a" providerId="LiveId" clId="{AFE0A6AC-009D-44C0-9EA6-D4617D37EA45}" dt="2026-10-10T16:01:00.834" v="227" actId="2696"/>
        <pc:sldMkLst>
          <pc:docMk/>
          <pc:sldMk cId="1572930638" sldId="307"/>
        </pc:sldMkLst>
        <pc:spChg chg="mod">
          <ac:chgData name="RITU GHOSH" userId="5e7c1a46451fff8a" providerId="LiveId" clId="{AFE0A6AC-009D-44C0-9EA6-D4617D37EA45}" dt="2026-10-10T14:18:24.261" v="10" actId="20577"/>
          <ac:spMkLst>
            <pc:docMk/>
            <pc:sldMk cId="1572930638" sldId="307"/>
            <ac:spMk id="3" creationId="{4995C4B6-3517-9DD9-C61D-FE9E4F48CBF0}"/>
          </ac:spMkLst>
        </pc:spChg>
        <pc:spChg chg="add del">
          <ac:chgData name="RITU GHOSH" userId="5e7c1a46451fff8a" providerId="LiveId" clId="{AFE0A6AC-009D-44C0-9EA6-D4617D37EA45}" dt="2026-10-10T14:17:08.365" v="1" actId="21"/>
          <ac:spMkLst>
            <pc:docMk/>
            <pc:sldMk cId="1572930638" sldId="307"/>
            <ac:spMk id="6" creationId="{A5B572F1-AB76-FD84-15BC-7105286DE5C1}"/>
          </ac:spMkLst>
        </pc:spChg>
      </pc:sldChg>
      <pc:sldChg chg="new del">
        <pc:chgData name="RITU GHOSH" userId="5e7c1a46451fff8a" providerId="LiveId" clId="{AFE0A6AC-009D-44C0-9EA6-D4617D37EA45}" dt="2026-10-10T17:17:55.446" v="377" actId="2696"/>
        <pc:sldMkLst>
          <pc:docMk/>
          <pc:sldMk cId="3588904073" sldId="308"/>
        </pc:sldMkLst>
      </pc:sldChg>
      <pc:sldChg chg="addSp delSp modSp new mod">
        <pc:chgData name="RITU GHOSH" userId="5e7c1a46451fff8a" providerId="LiveId" clId="{AFE0A6AC-009D-44C0-9EA6-D4617D37EA45}" dt="2026-10-10T15:57:16.695" v="214" actId="2711"/>
        <pc:sldMkLst>
          <pc:docMk/>
          <pc:sldMk cId="57537554" sldId="309"/>
        </pc:sldMkLst>
        <pc:spChg chg="mod">
          <ac:chgData name="RITU GHOSH" userId="5e7c1a46451fff8a" providerId="LiveId" clId="{AFE0A6AC-009D-44C0-9EA6-D4617D37EA45}" dt="2026-10-10T15:56:59.098" v="212" actId="255"/>
          <ac:spMkLst>
            <pc:docMk/>
            <pc:sldMk cId="57537554" sldId="309"/>
            <ac:spMk id="2" creationId="{FD145BE4-083B-BB5E-802B-99E2A414F76E}"/>
          </ac:spMkLst>
        </pc:spChg>
        <pc:spChg chg="mod">
          <ac:chgData name="RITU GHOSH" userId="5e7c1a46451fff8a" providerId="LiveId" clId="{AFE0A6AC-009D-44C0-9EA6-D4617D37EA45}" dt="2026-10-10T15:57:16.695" v="214" actId="2711"/>
          <ac:spMkLst>
            <pc:docMk/>
            <pc:sldMk cId="57537554" sldId="309"/>
            <ac:spMk id="3" creationId="{9A307F39-35E6-BAB8-046F-B4A6438F2470}"/>
          </ac:spMkLst>
        </pc:spChg>
        <pc:spChg chg="del">
          <ac:chgData name="RITU GHOSH" userId="5e7c1a46451fff8a" providerId="LiveId" clId="{AFE0A6AC-009D-44C0-9EA6-D4617D37EA45}" dt="2026-10-10T15:56:14.306" v="206" actId="22"/>
          <ac:spMkLst>
            <pc:docMk/>
            <pc:sldMk cId="57537554" sldId="309"/>
            <ac:spMk id="5" creationId="{247ACEF5-0612-C783-712D-FEB5993BADFE}"/>
          </ac:spMkLst>
        </pc:spChg>
        <pc:picChg chg="add mod ord">
          <ac:chgData name="RITU GHOSH" userId="5e7c1a46451fff8a" providerId="LiveId" clId="{AFE0A6AC-009D-44C0-9EA6-D4617D37EA45}" dt="2026-10-10T15:56:32.778" v="210" actId="1076"/>
          <ac:picMkLst>
            <pc:docMk/>
            <pc:sldMk cId="57537554" sldId="309"/>
            <ac:picMk id="7" creationId="{1D64F757-DE31-2B22-A079-F5A8AFD930FD}"/>
          </ac:picMkLst>
        </pc:picChg>
      </pc:sldChg>
      <pc:sldChg chg="addSp delSp modSp new mod">
        <pc:chgData name="RITU GHOSH" userId="5e7c1a46451fff8a" providerId="LiveId" clId="{AFE0A6AC-009D-44C0-9EA6-D4617D37EA45}" dt="2026-10-10T17:22:29.976" v="382" actId="14100"/>
        <pc:sldMkLst>
          <pc:docMk/>
          <pc:sldMk cId="2416583216" sldId="310"/>
        </pc:sldMkLst>
        <pc:spChg chg="del">
          <ac:chgData name="RITU GHOSH" userId="5e7c1a46451fff8a" providerId="LiveId" clId="{AFE0A6AC-009D-44C0-9EA6-D4617D37EA45}" dt="2026-10-10T17:22:21.663" v="381" actId="931"/>
          <ac:spMkLst>
            <pc:docMk/>
            <pc:sldMk cId="2416583216" sldId="310"/>
            <ac:spMk id="2" creationId="{0CAAB4AE-824D-008B-16CA-E4D8F892A8DE}"/>
          </ac:spMkLst>
        </pc:spChg>
        <pc:picChg chg="add mod ord">
          <ac:chgData name="RITU GHOSH" userId="5e7c1a46451fff8a" providerId="LiveId" clId="{AFE0A6AC-009D-44C0-9EA6-D4617D37EA45}" dt="2026-10-10T17:22:29.976" v="382" actId="14100"/>
          <ac:picMkLst>
            <pc:docMk/>
            <pc:sldMk cId="2416583216" sldId="310"/>
            <ac:picMk id="4" creationId="{D4E5B2E5-3826-7600-6550-A96DF8369590}"/>
          </ac:picMkLst>
        </pc:picChg>
      </pc:sldChg>
      <pc:sldChg chg="addSp delSp modSp add mod">
        <pc:chgData name="RITU GHOSH" userId="5e7c1a46451fff8a" providerId="LiveId" clId="{AFE0A6AC-009D-44C0-9EA6-D4617D37EA45}" dt="2026-10-10T17:38:15.067" v="400" actId="20577"/>
        <pc:sldMkLst>
          <pc:docMk/>
          <pc:sldMk cId="1891584442" sldId="311"/>
        </pc:sldMkLst>
        <pc:spChg chg="mod">
          <ac:chgData name="RITU GHOSH" userId="5e7c1a46451fff8a" providerId="LiveId" clId="{AFE0A6AC-009D-44C0-9EA6-D4617D37EA45}" dt="2026-10-10T17:36:00.829" v="393"/>
          <ac:spMkLst>
            <pc:docMk/>
            <pc:sldMk cId="1891584442" sldId="311"/>
            <ac:spMk id="2" creationId="{AD397C5D-3709-16C0-9E8C-8A61F5E1B63B}"/>
          </ac:spMkLst>
        </pc:spChg>
        <pc:spChg chg="mod">
          <ac:chgData name="RITU GHOSH" userId="5e7c1a46451fff8a" providerId="LiveId" clId="{AFE0A6AC-009D-44C0-9EA6-D4617D37EA45}" dt="2026-10-10T17:38:15.067" v="400" actId="20577"/>
          <ac:spMkLst>
            <pc:docMk/>
            <pc:sldMk cId="1891584442" sldId="311"/>
            <ac:spMk id="3" creationId="{690336C3-7079-858D-258A-5A9F51AC0785}"/>
          </ac:spMkLst>
        </pc:spChg>
        <pc:spChg chg="add del mod">
          <ac:chgData name="RITU GHOSH" userId="5e7c1a46451fff8a" providerId="LiveId" clId="{AFE0A6AC-009D-44C0-9EA6-D4617D37EA45}" dt="2026-10-10T17:34:28.758" v="389" actId="22"/>
          <ac:spMkLst>
            <pc:docMk/>
            <pc:sldMk cId="1891584442" sldId="311"/>
            <ac:spMk id="9" creationId="{98064299-4FB8-FBEC-BE1A-4197AE142807}"/>
          </ac:spMkLst>
        </pc:spChg>
        <pc:picChg chg="add del mod">
          <ac:chgData name="RITU GHOSH" userId="5e7c1a46451fff8a" providerId="LiveId" clId="{AFE0A6AC-009D-44C0-9EA6-D4617D37EA45}" dt="2026-10-10T17:34:08.087" v="388" actId="21"/>
          <ac:picMkLst>
            <pc:docMk/>
            <pc:sldMk cId="1891584442" sldId="311"/>
            <ac:picMk id="6" creationId="{8D78C854-3271-92A2-C335-3259987D042F}"/>
          </ac:picMkLst>
        </pc:picChg>
        <pc:picChg chg="del">
          <ac:chgData name="RITU GHOSH" userId="5e7c1a46451fff8a" providerId="LiveId" clId="{AFE0A6AC-009D-44C0-9EA6-D4617D37EA45}" dt="2026-10-10T17:33:57.931" v="387" actId="21"/>
          <ac:picMkLst>
            <pc:docMk/>
            <pc:sldMk cId="1891584442" sldId="311"/>
            <ac:picMk id="7" creationId="{0CE01582-2AA7-96BA-FEBA-915BE1693979}"/>
          </ac:picMkLst>
        </pc:picChg>
        <pc:picChg chg="add mod ord">
          <ac:chgData name="RITU GHOSH" userId="5e7c1a46451fff8a" providerId="LiveId" clId="{AFE0A6AC-009D-44C0-9EA6-D4617D37EA45}" dt="2026-10-10T17:34:38.744" v="390" actId="1076"/>
          <ac:picMkLst>
            <pc:docMk/>
            <pc:sldMk cId="1891584442" sldId="311"/>
            <ac:picMk id="11" creationId="{2D1A631E-58FF-4E90-2361-7898194845BB}"/>
          </ac:picMkLst>
        </pc:picChg>
        <pc:picChg chg="add del">
          <ac:chgData name="RITU GHOSH" userId="5e7c1a46451fff8a" providerId="LiveId" clId="{AFE0A6AC-009D-44C0-9EA6-D4617D37EA45}" dt="2026-10-10T17:35:22.233" v="392" actId="21"/>
          <ac:picMkLst>
            <pc:docMk/>
            <pc:sldMk cId="1891584442" sldId="311"/>
            <ac:picMk id="13" creationId="{C49078F6-0451-9A9D-0E4B-08625EE20BD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5e7c1a46451fff8a/Desktop/Bike%20Sharing%20DATA%20Analysis1.xlsm" TargetMode="External"/><Relationship Id="rId4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Average rentals by hour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rentals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16.3</c:v>
                </c:pt>
                <c:pt idx="1">
                  <c:v>10.7</c:v>
                </c:pt>
                <c:pt idx="2">
                  <c:v>7.2</c:v>
                </c:pt>
                <c:pt idx="3">
                  <c:v>4.9000000000000004</c:v>
                </c:pt>
                <c:pt idx="4">
                  <c:v>2.2000000000000002</c:v>
                </c:pt>
                <c:pt idx="5">
                  <c:v>4.2</c:v>
                </c:pt>
                <c:pt idx="6">
                  <c:v>19.600000000000001</c:v>
                </c:pt>
                <c:pt idx="7">
                  <c:v>54.4</c:v>
                </c:pt>
                <c:pt idx="8">
                  <c:v>128.30000000000001</c:v>
                </c:pt>
                <c:pt idx="9">
                  <c:v>87.4</c:v>
                </c:pt>
                <c:pt idx="10">
                  <c:v>53.6</c:v>
                </c:pt>
                <c:pt idx="11">
                  <c:v>59.4</c:v>
                </c:pt>
                <c:pt idx="12">
                  <c:v>76.3</c:v>
                </c:pt>
                <c:pt idx="13">
                  <c:v>78.5</c:v>
                </c:pt>
                <c:pt idx="14">
                  <c:v>74.400000000000006</c:v>
                </c:pt>
                <c:pt idx="15">
                  <c:v>78</c:v>
                </c:pt>
                <c:pt idx="16">
                  <c:v>89.3</c:v>
                </c:pt>
                <c:pt idx="17">
                  <c:v>140.19999999999999</c:v>
                </c:pt>
                <c:pt idx="18">
                  <c:v>122.9</c:v>
                </c:pt>
                <c:pt idx="19">
                  <c:v>85.1</c:v>
                </c:pt>
                <c:pt idx="20">
                  <c:v>61.8</c:v>
                </c:pt>
                <c:pt idx="21">
                  <c:v>46.4</c:v>
                </c:pt>
                <c:pt idx="22">
                  <c:v>35.1</c:v>
                </c:pt>
                <c:pt idx="23">
                  <c:v>25.2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0-4345-AC0B-4B5CEB1CE3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'Final Data set'!$N$2:$N$1001</cx:f>
        <cx:lvl ptCount="1000" formatCode="General">
          <cx:pt idx="0">3</cx:pt>
          <cx:pt idx="1">8</cx:pt>
          <cx:pt idx="2">5</cx:pt>
          <cx:pt idx="3">3</cx:pt>
          <cx:pt idx="4">0</cx:pt>
          <cx:pt idx="5">0</cx:pt>
          <cx:pt idx="6">2</cx:pt>
          <cx:pt idx="7">1</cx:pt>
          <cx:pt idx="8">1</cx:pt>
          <cx:pt idx="9">8</cx:pt>
          <cx:pt idx="10">12</cx:pt>
          <cx:pt idx="11">26</cx:pt>
          <cx:pt idx="12">29</cx:pt>
          <cx:pt idx="13">47</cx:pt>
          <cx:pt idx="14">35</cx:pt>
          <cx:pt idx="15">40</cx:pt>
          <cx:pt idx="16">41</cx:pt>
          <cx:pt idx="17">15</cx:pt>
          <cx:pt idx="18">9</cx:pt>
          <cx:pt idx="19">6</cx:pt>
          <cx:pt idx="20">11</cx:pt>
          <cx:pt idx="21">3</cx:pt>
          <cx:pt idx="22">11</cx:pt>
          <cx:pt idx="23">15</cx:pt>
          <cx:pt idx="24">4</cx:pt>
          <cx:pt idx="25">1</cx:pt>
          <cx:pt idx="26">1</cx:pt>
          <cx:pt idx="27">2</cx:pt>
          <cx:pt idx="28">2</cx:pt>
          <cx:pt idx="29">0</cx:pt>
          <cx:pt idx="30">0</cx:pt>
          <cx:pt idx="31">0</cx:pt>
          <cx:pt idx="32">1</cx:pt>
          <cx:pt idx="33">7</cx:pt>
          <cx:pt idx="34">16</cx:pt>
          <cx:pt idx="35">20</cx:pt>
          <cx:pt idx="36">11</cx:pt>
          <cx:pt idx="37">4</cx:pt>
          <cx:pt idx="38">19</cx:pt>
          <cx:pt idx="39">9</cx:pt>
          <cx:pt idx="40">7</cx:pt>
          <cx:pt idx="41">10</cx:pt>
          <cx:pt idx="42">1</cx:pt>
          <cx:pt idx="43">5</cx:pt>
          <cx:pt idx="44">11</cx:pt>
          <cx:pt idx="45">0</cx:pt>
          <cx:pt idx="46">0</cx:pt>
          <cx:pt idx="47">0</cx:pt>
          <cx:pt idx="48">0</cx:pt>
          <cx:pt idx="49">0</cx:pt>
          <cx:pt idx="50">0</cx:pt>
          <cx:pt idx="51">0</cx:pt>
          <cx:pt idx="52">1</cx:pt>
          <cx:pt idx="53">1</cx:pt>
          <cx:pt idx="54">7</cx:pt>
          <cx:pt idx="55">11</cx:pt>
          <cx:pt idx="56">10</cx:pt>
          <cx:pt idx="57">13</cx:pt>
          <cx:pt idx="58">8</cx:pt>
          <cx:pt idx="59">11</cx:pt>
          <cx:pt idx="60">14</cx:pt>
          <cx:pt idx="61">9</cx:pt>
          <cx:pt idx="62">11</cx:pt>
          <cx:pt idx="63">9</cx:pt>
          <cx:pt idx="64">8</cx:pt>
          <cx:pt idx="65">3</cx:pt>
          <cx:pt idx="66">3</cx:pt>
          <cx:pt idx="67">0</cx:pt>
          <cx:pt idx="68">1</cx:pt>
          <cx:pt idx="69">0</cx:pt>
          <cx:pt idx="70">0</cx:pt>
          <cx:pt idx="71">0</cx:pt>
          <cx:pt idx="72">0</cx:pt>
          <cx:pt idx="73">0</cx:pt>
          <cx:pt idx="74">0</cx:pt>
          <cx:pt idx="75">2</cx:pt>
          <cx:pt idx="76">2</cx:pt>
          <cx:pt idx="77">2</cx:pt>
          <cx:pt idx="78">5</cx:pt>
          <cx:pt idx="79">7</cx:pt>
          <cx:pt idx="80">12</cx:pt>
          <cx:pt idx="81">18</cx:pt>
          <cx:pt idx="82">9</cx:pt>
          <cx:pt idx="83">17</cx:pt>
          <cx:pt idx="84">15</cx:pt>
          <cx:pt idx="85">10</cx:pt>
          <cx:pt idx="86">3</cx:pt>
          <cx:pt idx="87">2</cx:pt>
          <cx:pt idx="88">1</cx:pt>
          <cx:pt idx="89">0</cx:pt>
          <cx:pt idx="90">1</cx:pt>
          <cx:pt idx="91">2</cx:pt>
          <cx:pt idx="92">0</cx:pt>
          <cx:pt idx="93">0</cx:pt>
          <cx:pt idx="94">0</cx:pt>
          <cx:pt idx="95">0</cx:pt>
          <cx:pt idx="96">0</cx:pt>
          <cx:pt idx="97">0</cx:pt>
          <cx:pt idx="98">1</cx:pt>
          <cx:pt idx="99">3</cx:pt>
          <cx:pt idx="100">6</cx:pt>
          <cx:pt idx="101">4</cx:pt>
          <cx:pt idx="102">12</cx:pt>
          <cx:pt idx="103">5</cx:pt>
          <cx:pt idx="104">6</cx:pt>
          <cx:pt idx="105">10</cx:pt>
          <cx:pt idx="106">7</cx:pt>
          <cx:pt idx="107">4</cx:pt>
          <cx:pt idx="108">4</cx:pt>
          <cx:pt idx="109">3</cx:pt>
          <cx:pt idx="110">5</cx:pt>
          <cx:pt idx="111">7</cx:pt>
          <cx:pt idx="112">3</cx:pt>
          <cx:pt idx="113">1</cx:pt>
          <cx:pt idx="114">1</cx:pt>
          <cx:pt idx="115">0</cx:pt>
          <cx:pt idx="116">0</cx:pt>
          <cx:pt idx="117">0</cx:pt>
          <cx:pt idx="118">0</cx:pt>
          <cx:pt idx="119">0</cx:pt>
          <cx:pt idx="120">0</cx:pt>
          <cx:pt idx="121">0</cx:pt>
          <cx:pt idx="122">3</cx:pt>
          <cx:pt idx="123">6</cx:pt>
          <cx:pt idx="124">3</cx:pt>
          <cx:pt idx="125">2</cx:pt>
          <cx:pt idx="126">6</cx:pt>
          <cx:pt idx="127">12</cx:pt>
          <cx:pt idx="128">11</cx:pt>
          <cx:pt idx="129">8</cx:pt>
          <cx:pt idx="130">12</cx:pt>
          <cx:pt idx="131">9</cx:pt>
          <cx:pt idx="132">5</cx:pt>
          <cx:pt idx="133">3</cx:pt>
          <cx:pt idx="134">3</cx:pt>
          <cx:pt idx="135">0</cx:pt>
          <cx:pt idx="136">1</cx:pt>
          <cx:pt idx="137">4</cx:pt>
          <cx:pt idx="138">4</cx:pt>
          <cx:pt idx="139">2</cx:pt>
          <cx:pt idx="140">0</cx:pt>
          <cx:pt idx="141">0</cx:pt>
          <cx:pt idx="142">0</cx:pt>
          <cx:pt idx="143">8</cx:pt>
          <cx:pt idx="144">8</cx:pt>
          <cx:pt idx="145">20</cx:pt>
          <cx:pt idx="146">9</cx:pt>
          <cx:pt idx="147">16</cx:pt>
          <cx:pt idx="148">19</cx:pt>
          <cx:pt idx="149">9</cx:pt>
          <cx:pt idx="150">9</cx:pt>
          <cx:pt idx="151">7</cx:pt>
          <cx:pt idx="152">9</cx:pt>
          <cx:pt idx="153">5</cx:pt>
          <cx:pt idx="154">9</cx:pt>
          <cx:pt idx="155">7</cx:pt>
          <cx:pt idx="156">3</cx:pt>
          <cx:pt idx="157">1</cx:pt>
          <cx:pt idx="158">0</cx:pt>
          <cx:pt idx="159">2</cx:pt>
          <cx:pt idx="160">1</cx:pt>
          <cx:pt idx="161">1</cx:pt>
          <cx:pt idx="162">1</cx:pt>
          <cx:pt idx="163">3</cx:pt>
          <cx:pt idx="164">0</cx:pt>
          <cx:pt idx="165">0</cx:pt>
          <cx:pt idx="166">0</cx:pt>
          <cx:pt idx="167">0</cx:pt>
          <cx:pt idx="168">1</cx:pt>
          <cx:pt idx="169">0</cx:pt>
          <cx:pt idx="170">0</cx:pt>
          <cx:pt idx="171">5</cx:pt>
          <cx:pt idx="172">2</cx:pt>
          <cx:pt idx="173">8</cx:pt>
          <cx:pt idx="174">7</cx:pt>
          <cx:pt idx="175">12</cx:pt>
          <cx:pt idx="176">5</cx:pt>
          <cx:pt idx="177">8</cx:pt>
          <cx:pt idx="178">5</cx:pt>
          <cx:pt idx="179">3</cx:pt>
          <cx:pt idx="180">4</cx:pt>
          <cx:pt idx="181">0</cx:pt>
          <cx:pt idx="182">2</cx:pt>
          <cx:pt idx="183">1</cx:pt>
          <cx:pt idx="184">0</cx:pt>
          <cx:pt idx="185">1</cx:pt>
          <cx:pt idx="186">0</cx:pt>
          <cx:pt idx="187">0</cx:pt>
          <cx:pt idx="188">0</cx:pt>
          <cx:pt idx="189">0</cx:pt>
          <cx:pt idx="190">0</cx:pt>
          <cx:pt idx="191">0</cx:pt>
          <cx:pt idx="192">1</cx:pt>
          <cx:pt idx="193">0</cx:pt>
          <cx:pt idx="194">0</cx:pt>
          <cx:pt idx="195">0</cx:pt>
          <cx:pt idx="196">2</cx:pt>
          <cx:pt idx="197">4</cx:pt>
          <cx:pt idx="198">6</cx:pt>
          <cx:pt idx="199">8</cx:pt>
          <cx:pt idx="200">5</cx:pt>
          <cx:pt idx="201">13</cx:pt>
          <cx:pt idx="202">3</cx:pt>
          <cx:pt idx="203">4</cx:pt>
          <cx:pt idx="204">1</cx:pt>
          <cx:pt idx="205">0</cx:pt>
          <cx:pt idx="206">1</cx:pt>
          <cx:pt idx="207">5</cx:pt>
          <cx:pt idx="208">0</cx:pt>
          <cx:pt idx="209">2</cx:pt>
          <cx:pt idx="210">1</cx:pt>
          <cx:pt idx="211">0</cx:pt>
          <cx:pt idx="212">0</cx:pt>
          <cx:pt idx="213">1</cx:pt>
          <cx:pt idx="214">0</cx:pt>
          <cx:pt idx="215">0</cx:pt>
          <cx:pt idx="216">2</cx:pt>
          <cx:pt idx="217">4</cx:pt>
          <cx:pt idx="218">2</cx:pt>
          <cx:pt idx="219">0</cx:pt>
          <cx:pt idx="220">2</cx:pt>
          <cx:pt idx="221">5</cx:pt>
          <cx:pt idx="222">4</cx:pt>
          <cx:pt idx="223">0</cx:pt>
          <cx:pt idx="224">2</cx:pt>
          <cx:pt idx="225">4</cx:pt>
          <cx:pt idx="226">4</cx:pt>
          <cx:pt idx="227">1</cx:pt>
          <cx:pt idx="228">3</cx:pt>
          <cx:pt idx="229">1</cx:pt>
          <cx:pt idx="230">1</cx:pt>
          <cx:pt idx="231">2</cx:pt>
          <cx:pt idx="232">0</cx:pt>
          <cx:pt idx="233">2</cx:pt>
          <cx:pt idx="234">0</cx:pt>
          <cx:pt idx="235">0</cx:pt>
          <cx:pt idx="236">0</cx:pt>
          <cx:pt idx="237">0</cx:pt>
          <cx:pt idx="238">2</cx:pt>
          <cx:pt idx="239">3</cx:pt>
          <cx:pt idx="240">3</cx:pt>
          <cx:pt idx="241">3</cx:pt>
          <cx:pt idx="242">4</cx:pt>
          <cx:pt idx="243">2</cx:pt>
          <cx:pt idx="244">6</cx:pt>
          <cx:pt idx="245">3</cx:pt>
          <cx:pt idx="246">2</cx:pt>
          <cx:pt idx="247">4</cx:pt>
          <cx:pt idx="248">6</cx:pt>
          <cx:pt idx="249">1</cx:pt>
          <cx:pt idx="250">0</cx:pt>
          <cx:pt idx="251">0</cx:pt>
          <cx:pt idx="252">0</cx:pt>
          <cx:pt idx="253">1</cx:pt>
          <cx:pt idx="254">1</cx:pt>
          <cx:pt idx="255">0</cx:pt>
          <cx:pt idx="256">0</cx:pt>
          <cx:pt idx="257">0</cx:pt>
          <cx:pt idx="258">0</cx:pt>
          <cx:pt idx="259">0</cx:pt>
          <cx:pt idx="260">0</cx:pt>
          <cx:pt idx="261">3</cx:pt>
          <cx:pt idx="262">3</cx:pt>
          <cx:pt idx="263">0</cx:pt>
          <cx:pt idx="264">3</cx:pt>
          <cx:pt idx="265">3</cx:pt>
          <cx:pt idx="266">0</cx:pt>
          <cx:pt idx="267">0</cx:pt>
          <cx:pt idx="268">1</cx:pt>
          <cx:pt idx="269">5</cx:pt>
          <cx:pt idx="270">0</cx:pt>
          <cx:pt idx="271">2</cx:pt>
          <cx:pt idx="272">1</cx:pt>
          <cx:pt idx="273">2</cx:pt>
          <cx:pt idx="274">0</cx:pt>
          <cx:pt idx="275">1</cx:pt>
          <cx:pt idx="276">1</cx:pt>
          <cx:pt idx="277">1</cx:pt>
          <cx:pt idx="278">0</cx:pt>
          <cx:pt idx="279">0</cx:pt>
          <cx:pt idx="280">0</cx:pt>
          <cx:pt idx="281">0</cx:pt>
          <cx:pt idx="282">0</cx:pt>
          <cx:pt idx="283">0</cx:pt>
          <cx:pt idx="284">0</cx:pt>
          <cx:pt idx="285">5</cx:pt>
          <cx:pt idx="286">2</cx:pt>
          <cx:pt idx="287">2</cx:pt>
          <cx:pt idx="288">4</cx:pt>
          <cx:pt idx="289">3</cx:pt>
          <cx:pt idx="290">2</cx:pt>
          <cx:pt idx="291">3</cx:pt>
          <cx:pt idx="292">5</cx:pt>
          <cx:pt idx="293">2</cx:pt>
          <cx:pt idx="294">4</cx:pt>
          <cx:pt idx="295">3</cx:pt>
          <cx:pt idx="296">1</cx:pt>
          <cx:pt idx="297">0</cx:pt>
          <cx:pt idx="298">0</cx:pt>
          <cx:pt idx="299">0</cx:pt>
          <cx:pt idx="300">1</cx:pt>
          <cx:pt idx="301">0</cx:pt>
          <cx:pt idx="302">0</cx:pt>
          <cx:pt idx="303">0</cx:pt>
          <cx:pt idx="304">0</cx:pt>
          <cx:pt idx="305">0</cx:pt>
          <cx:pt idx="306">0</cx:pt>
          <cx:pt idx="307">0</cx:pt>
          <cx:pt idx="308">2</cx:pt>
          <cx:pt idx="309">0</cx:pt>
          <cx:pt idx="310">4</cx:pt>
          <cx:pt idx="311">6</cx:pt>
          <cx:pt idx="312">2</cx:pt>
          <cx:pt idx="313">4</cx:pt>
          <cx:pt idx="314">5</cx:pt>
          <cx:pt idx="315">9</cx:pt>
          <cx:pt idx="316">3</cx:pt>
          <cx:pt idx="317">4</cx:pt>
          <cx:pt idx="318">5</cx:pt>
          <cx:pt idx="319">3</cx:pt>
          <cx:pt idx="320">0</cx:pt>
          <cx:pt idx="321">4</cx:pt>
          <cx:pt idx="322">2</cx:pt>
          <cx:pt idx="323">1</cx:pt>
          <cx:pt idx="324">3</cx:pt>
          <cx:pt idx="325">2</cx:pt>
          <cx:pt idx="326">0</cx:pt>
          <cx:pt idx="327">1</cx:pt>
          <cx:pt idx="328">0</cx:pt>
          <cx:pt idx="329">0</cx:pt>
          <cx:pt idx="330">1</cx:pt>
          <cx:pt idx="331">1</cx:pt>
          <cx:pt idx="332">1</cx:pt>
          <cx:pt idx="333">2</cx:pt>
          <cx:pt idx="334">2</cx:pt>
          <cx:pt idx="335">18</cx:pt>
          <cx:pt idx="336">15</cx:pt>
          <cx:pt idx="337">21</cx:pt>
          <cx:pt idx="338">26</cx:pt>
          <cx:pt idx="339">21</cx:pt>
          <cx:pt idx="340">33</cx:pt>
          <cx:pt idx="341">29</cx:pt>
          <cx:pt idx="342">15</cx:pt>
          <cx:pt idx="343">14</cx:pt>
          <cx:pt idx="344">6</cx:pt>
          <cx:pt idx="345">6</cx:pt>
          <cx:pt idx="346">0</cx:pt>
          <cx:pt idx="347">5</cx:pt>
          <cx:pt idx="348">6</cx:pt>
          <cx:pt idx="349">4</cx:pt>
          <cx:pt idx="350">3</cx:pt>
          <cx:pt idx="351">9</cx:pt>
          <cx:pt idx="352">0</cx:pt>
          <cx:pt idx="353">1</cx:pt>
          <cx:pt idx="354">0</cx:pt>
          <cx:pt idx="355">0</cx:pt>
          <cx:pt idx="356">0</cx:pt>
          <cx:pt idx="357">3</cx:pt>
          <cx:pt idx="358">8</cx:pt>
          <cx:pt idx="359">23</cx:pt>
          <cx:pt idx="360">29</cx:pt>
          <cx:pt idx="361">23</cx:pt>
          <cx:pt idx="362">22</cx:pt>
          <cx:pt idx="363">35</cx:pt>
          <cx:pt idx="364">22</cx:pt>
          <cx:pt idx="365">23</cx:pt>
          <cx:pt idx="366">11</cx:pt>
          <cx:pt idx="367">14</cx:pt>
          <cx:pt idx="368">7</cx:pt>
          <cx:pt idx="369">6</cx:pt>
          <cx:pt idx="370">2</cx:pt>
          <cx:pt idx="371">0</cx:pt>
          <cx:pt idx="372">1</cx:pt>
          <cx:pt idx="373">1</cx:pt>
          <cx:pt idx="374">0</cx:pt>
          <cx:pt idx="375">0</cx:pt>
          <cx:pt idx="376">1</cx:pt>
          <cx:pt idx="377">0</cx:pt>
          <cx:pt idx="378">0</cx:pt>
          <cx:pt idx="379">4</cx:pt>
          <cx:pt idx="380">3</cx:pt>
          <cx:pt idx="381">8</cx:pt>
          <cx:pt idx="382">7</cx:pt>
          <cx:pt idx="383">9</cx:pt>
          <cx:pt idx="384">10</cx:pt>
          <cx:pt idx="385">13</cx:pt>
          <cx:pt idx="386">12</cx:pt>
          <cx:pt idx="387">21</cx:pt>
          <cx:pt idx="388">6</cx:pt>
          <cx:pt idx="389">4</cx:pt>
          <cx:pt idx="390">7</cx:pt>
          <cx:pt idx="391">2</cx:pt>
          <cx:pt idx="392">4</cx:pt>
          <cx:pt idx="393">3</cx:pt>
          <cx:pt idx="394">0</cx:pt>
          <cx:pt idx="395">1</cx:pt>
          <cx:pt idx="396">0</cx:pt>
          <cx:pt idx="397">0</cx:pt>
          <cx:pt idx="398">2</cx:pt>
          <cx:pt idx="399">3</cx:pt>
          <cx:pt idx="400">0</cx:pt>
          <cx:pt idx="401">1</cx:pt>
          <cx:pt idx="402">1</cx:pt>
          <cx:pt idx="403">1</cx:pt>
          <cx:pt idx="404">0</cx:pt>
          <cx:pt idx="405">0</cx:pt>
          <cx:pt idx="406">0</cx:pt>
          <cx:pt idx="407">1</cx:pt>
          <cx:pt idx="408">0</cx:pt>
          <cx:pt idx="409">1</cx:pt>
          <cx:pt idx="410">0</cx:pt>
          <cx:pt idx="411">1</cx:pt>
          <cx:pt idx="412">0</cx:pt>
          <cx:pt idx="413">0</cx:pt>
          <cx:pt idx="414">1</cx:pt>
          <cx:pt idx="415">1</cx:pt>
          <cx:pt idx="416">2</cx:pt>
          <cx:pt idx="417">1</cx:pt>
          <cx:pt idx="418">5</cx:pt>
          <cx:pt idx="419">5</cx:pt>
          <cx:pt idx="420">11</cx:pt>
          <cx:pt idx="421">7</cx:pt>
          <cx:pt idx="422">4</cx:pt>
          <cx:pt idx="423">10</cx:pt>
          <cx:pt idx="424">7</cx:pt>
          <cx:pt idx="425">5</cx:pt>
          <cx:pt idx="426">4</cx:pt>
          <cx:pt idx="427">2</cx:pt>
          <cx:pt idx="428">4</cx:pt>
          <cx:pt idx="429">6</cx:pt>
          <cx:pt idx="430">1</cx:pt>
          <cx:pt idx="431">5</cx:pt>
          <cx:pt idx="432">2</cx:pt>
          <cx:pt idx="433">0</cx:pt>
          <cx:pt idx="434">0</cx:pt>
          <cx:pt idx="435">0</cx:pt>
          <cx:pt idx="436">0</cx:pt>
          <cx:pt idx="437">0</cx:pt>
          <cx:pt idx="438">1</cx:pt>
          <cx:pt idx="439">2</cx:pt>
          <cx:pt idx="440">3</cx:pt>
          <cx:pt idx="441">1</cx:pt>
          <cx:pt idx="442">5</cx:pt>
          <cx:pt idx="443">7</cx:pt>
          <cx:pt idx="444">12</cx:pt>
          <cx:pt idx="445">6</cx:pt>
          <cx:pt idx="446">8</cx:pt>
          <cx:pt idx="447">8</cx:pt>
          <cx:pt idx="448">8</cx:pt>
          <cx:pt idx="449">1</cx:pt>
          <cx:pt idx="450">6</cx:pt>
          <cx:pt idx="451">2</cx:pt>
          <cx:pt idx="452">3</cx:pt>
          <cx:pt idx="453">0</cx:pt>
          <cx:pt idx="454">3</cx:pt>
          <cx:pt idx="455">1</cx:pt>
          <cx:pt idx="456">0</cx:pt>
          <cx:pt idx="457">0</cx:pt>
          <cx:pt idx="458">0</cx:pt>
          <cx:pt idx="459">0</cx:pt>
          <cx:pt idx="460">1</cx:pt>
          <cx:pt idx="461">0</cx:pt>
          <cx:pt idx="462">2</cx:pt>
          <cx:pt idx="463">7</cx:pt>
          <cx:pt idx="464">7</cx:pt>
          <cx:pt idx="465">6</cx:pt>
          <cx:pt idx="466">6</cx:pt>
          <cx:pt idx="467">11</cx:pt>
          <cx:pt idx="468">8</cx:pt>
          <cx:pt idx="469">6</cx:pt>
          <cx:pt idx="470">4</cx:pt>
          <cx:pt idx="471">0</cx:pt>
          <cx:pt idx="472">10</cx:pt>
          <cx:pt idx="473">1</cx:pt>
          <cx:pt idx="474">3</cx:pt>
          <cx:pt idx="475">1</cx:pt>
          <cx:pt idx="476">0</cx:pt>
          <cx:pt idx="477">1</cx:pt>
          <cx:pt idx="478">0</cx:pt>
          <cx:pt idx="479">0</cx:pt>
          <cx:pt idx="480">3</cx:pt>
          <cx:pt idx="481">0</cx:pt>
          <cx:pt idx="482">1</cx:pt>
          <cx:pt idx="483">0</cx:pt>
          <cx:pt idx="484">0</cx:pt>
          <cx:pt idx="485">0</cx:pt>
          <cx:pt idx="486">1</cx:pt>
          <cx:pt idx="487">3</cx:pt>
          <cx:pt idx="488">3</cx:pt>
          <cx:pt idx="489">4</cx:pt>
          <cx:pt idx="490">10</cx:pt>
          <cx:pt idx="491">12</cx:pt>
          <cx:pt idx="492">11</cx:pt>
          <cx:pt idx="493">10</cx:pt>
          <cx:pt idx="494">11</cx:pt>
          <cx:pt idx="495">8</cx:pt>
          <cx:pt idx="496">0</cx:pt>
          <cx:pt idx="497">6</cx:pt>
          <cx:pt idx="498">1</cx:pt>
          <cx:pt idx="499">0</cx:pt>
          <cx:pt idx="500">7</cx:pt>
          <cx:pt idx="501">2</cx:pt>
          <cx:pt idx="502">2</cx:pt>
          <cx:pt idx="503">1</cx:pt>
          <cx:pt idx="504">3</cx:pt>
          <cx:pt idx="505">1</cx:pt>
          <cx:pt idx="506">0</cx:pt>
          <cx:pt idx="507">0</cx:pt>
          <cx:pt idx="508">1</cx:pt>
          <cx:pt idx="509">2</cx:pt>
          <cx:pt idx="510">3</cx:pt>
          <cx:pt idx="511">7</cx:pt>
          <cx:pt idx="512">22</cx:pt>
          <cx:pt idx="513">24</cx:pt>
          <cx:pt idx="514">12</cx:pt>
          <cx:pt idx="515">17</cx:pt>
          <cx:pt idx="516">13</cx:pt>
          <cx:pt idx="517">9</cx:pt>
          <cx:pt idx="518">5</cx:pt>
          <cx:pt idx="519">5</cx:pt>
          <cx:pt idx="520">5</cx:pt>
          <cx:pt idx="521">4</cx:pt>
          <cx:pt idx="522">5</cx:pt>
          <cx:pt idx="523">5</cx:pt>
          <cx:pt idx="524">4</cx:pt>
          <cx:pt idx="525">0</cx:pt>
          <cx:pt idx="526">0</cx:pt>
          <cx:pt idx="527">0</cx:pt>
          <cx:pt idx="528">0</cx:pt>
          <cx:pt idx="529">0</cx:pt>
          <cx:pt idx="530">0</cx:pt>
          <cx:pt idx="531">5</cx:pt>
          <cx:pt idx="532">6</cx:pt>
          <cx:pt idx="533">4</cx:pt>
          <cx:pt idx="534">6</cx:pt>
          <cx:pt idx="535">3</cx:pt>
          <cx:pt idx="536">11</cx:pt>
          <cx:pt idx="537">6</cx:pt>
          <cx:pt idx="538">2</cx:pt>
          <cx:pt idx="539">7</cx:pt>
          <cx:pt idx="540">4</cx:pt>
          <cx:pt idx="541">6</cx:pt>
          <cx:pt idx="542">8</cx:pt>
          <cx:pt idx="543">5</cx:pt>
          <cx:pt idx="544">1</cx:pt>
          <cx:pt idx="545">6</cx:pt>
          <cx:pt idx="546">3</cx:pt>
          <cx:pt idx="547">3</cx:pt>
          <cx:pt idx="548">3</cx:pt>
          <cx:pt idx="549">0</cx:pt>
          <cx:pt idx="550">0</cx:pt>
          <cx:pt idx="551">0</cx:pt>
          <cx:pt idx="552">0</cx:pt>
          <cx:pt idx="553">1</cx:pt>
          <cx:pt idx="554">5</cx:pt>
          <cx:pt idx="555">5</cx:pt>
          <cx:pt idx="556">10</cx:pt>
          <cx:pt idx="557">6</cx:pt>
          <cx:pt idx="558">6</cx:pt>
          <cx:pt idx="559">21</cx:pt>
          <cx:pt idx="560">21</cx:pt>
          <cx:pt idx="561">11</cx:pt>
          <cx:pt idx="562">21</cx:pt>
          <cx:pt idx="563">14</cx:pt>
          <cx:pt idx="564">14</cx:pt>
          <cx:pt idx="565">7</cx:pt>
          <cx:pt idx="566">13</cx:pt>
          <cx:pt idx="567">16</cx:pt>
          <cx:pt idx="568">5</cx:pt>
          <cx:pt idx="569">4</cx:pt>
          <cx:pt idx="570">3</cx:pt>
          <cx:pt idx="571">3</cx:pt>
          <cx:pt idx="572">0</cx:pt>
          <cx:pt idx="573">3</cx:pt>
          <cx:pt idx="574">0</cx:pt>
          <cx:pt idx="575">0</cx:pt>
          <cx:pt idx="576">1</cx:pt>
          <cx:pt idx="577">3</cx:pt>
          <cx:pt idx="578">3</cx:pt>
          <cx:pt idx="579">2</cx:pt>
          <cx:pt idx="580">6</cx:pt>
          <cx:pt idx="581">7</cx:pt>
          <cx:pt idx="582">4</cx:pt>
          <cx:pt idx="583">0</cx:pt>
          <cx:pt idx="584">1</cx:pt>
          <cx:pt idx="585">1</cx:pt>
          <cx:pt idx="586">0</cx:pt>
          <cx:pt idx="587">1</cx:pt>
          <cx:pt idx="588">2</cx:pt>
          <cx:pt idx="589">3</cx:pt>
          <cx:pt idx="590">3</cx:pt>
          <cx:pt idx="591">4</cx:pt>
          <cx:pt idx="592">2</cx:pt>
          <cx:pt idx="593">0</cx:pt>
          <cx:pt idx="594">0</cx:pt>
          <cx:pt idx="595">0</cx:pt>
          <cx:pt idx="596">1</cx:pt>
          <cx:pt idx="597">0</cx:pt>
          <cx:pt idx="598">1</cx:pt>
          <cx:pt idx="599">0</cx:pt>
          <cx:pt idx="600">0</cx:pt>
          <cx:pt idx="601">2</cx:pt>
          <cx:pt idx="602">2</cx:pt>
          <cx:pt idx="603">6</cx:pt>
          <cx:pt idx="604">0</cx:pt>
          <cx:pt idx="605">0</cx:pt>
          <cx:pt idx="606">1</cx:pt>
          <cx:pt idx="607">0</cx:pt>
          <cx:pt idx="608">2</cx:pt>
          <cx:pt idx="609">1</cx:pt>
          <cx:pt idx="610">0</cx:pt>
          <cx:pt idx="611">0</cx:pt>
          <cx:pt idx="612">3</cx:pt>
          <cx:pt idx="613">1</cx:pt>
          <cx:pt idx="614">0</cx:pt>
          <cx:pt idx="615">1</cx:pt>
          <cx:pt idx="616">3</cx:pt>
          <cx:pt idx="617">0</cx:pt>
          <cx:pt idx="618">4</cx:pt>
          <cx:pt idx="619">4</cx:pt>
          <cx:pt idx="620">12</cx:pt>
          <cx:pt idx="621">9</cx:pt>
          <cx:pt idx="622">10</cx:pt>
          <cx:pt idx="623">22</cx:pt>
          <cx:pt idx="624">19</cx:pt>
          <cx:pt idx="625">9</cx:pt>
          <cx:pt idx="626">9</cx:pt>
          <cx:pt idx="627">6</cx:pt>
          <cx:pt idx="628">1</cx:pt>
          <cx:pt idx="629">1</cx:pt>
          <cx:pt idx="630">4</cx:pt>
          <cx:pt idx="631">3</cx:pt>
          <cx:pt idx="632">0</cx:pt>
          <cx:pt idx="633">7</cx:pt>
          <cx:pt idx="634">1</cx:pt>
          <cx:pt idx="635">1</cx:pt>
          <cx:pt idx="636">0</cx:pt>
          <cx:pt idx="637">0</cx:pt>
          <cx:pt idx="638">0</cx:pt>
          <cx:pt idx="639">1</cx:pt>
          <cx:pt idx="640">4</cx:pt>
          <cx:pt idx="641">7</cx:pt>
          <cx:pt idx="642">9</cx:pt>
          <cx:pt idx="643">10</cx:pt>
          <cx:pt idx="644">13</cx:pt>
          <cx:pt idx="645">18</cx:pt>
          <cx:pt idx="646">14</cx:pt>
          <cx:pt idx="647">19</cx:pt>
          <cx:pt idx="648">6</cx:pt>
          <cx:pt idx="649">8</cx:pt>
          <cx:pt idx="650">9</cx:pt>
          <cx:pt idx="651">3</cx:pt>
          <cx:pt idx="652">3</cx:pt>
          <cx:pt idx="653">2</cx:pt>
          <cx:pt idx="654">5</cx:pt>
          <cx:pt idx="655">1</cx:pt>
          <cx:pt idx="656">2</cx:pt>
          <cx:pt idx="657">0</cx:pt>
          <cx:pt idx="658">0</cx:pt>
          <cx:pt idx="659">0</cx:pt>
          <cx:pt idx="660">0</cx:pt>
          <cx:pt idx="661">0</cx:pt>
          <cx:pt idx="662">1</cx:pt>
          <cx:pt idx="663">3</cx:pt>
          <cx:pt idx="664">0</cx:pt>
          <cx:pt idx="665">1</cx:pt>
          <cx:pt idx="666">2</cx:pt>
          <cx:pt idx="667">6</cx:pt>
          <cx:pt idx="668">2</cx:pt>
          <cx:pt idx="669">1</cx:pt>
          <cx:pt idx="670">3</cx:pt>
          <cx:pt idx="671">3</cx:pt>
          <cx:pt idx="672">6</cx:pt>
          <cx:pt idx="673">3</cx:pt>
          <cx:pt idx="674">3</cx:pt>
          <cx:pt idx="675">0</cx:pt>
          <cx:pt idx="676">3</cx:pt>
          <cx:pt idx="677">0</cx:pt>
          <cx:pt idx="678">2</cx:pt>
          <cx:pt idx="679">2</cx:pt>
          <cx:pt idx="680">0</cx:pt>
          <cx:pt idx="681">0</cx:pt>
          <cx:pt idx="682">0</cx:pt>
          <cx:pt idx="683">0</cx:pt>
          <cx:pt idx="684">0</cx:pt>
          <cx:pt idx="685">0</cx:pt>
          <cx:pt idx="686">3</cx:pt>
          <cx:pt idx="687">2</cx:pt>
          <cx:pt idx="688">0</cx:pt>
          <cx:pt idx="689">2</cx:pt>
          <cx:pt idx="690">2</cx:pt>
          <cx:pt idx="691">3</cx:pt>
          <cx:pt idx="692">5</cx:pt>
          <cx:pt idx="693">7</cx:pt>
          <cx:pt idx="694">3</cx:pt>
          <cx:pt idx="695">4</cx:pt>
          <cx:pt idx="696">3</cx:pt>
          <cx:pt idx="697">3</cx:pt>
          <cx:pt idx="698">5</cx:pt>
          <cx:pt idx="699">0</cx:pt>
          <cx:pt idx="700">2</cx:pt>
          <cx:pt idx="701">1</cx:pt>
          <cx:pt idx="702">0</cx:pt>
          <cx:pt idx="703">0</cx:pt>
          <cx:pt idx="704">4</cx:pt>
          <cx:pt idx="705">0</cx:pt>
          <cx:pt idx="706">0</cx:pt>
          <cx:pt idx="707">0</cx:pt>
          <cx:pt idx="708">1</cx:pt>
          <cx:pt idx="709">1</cx:pt>
          <cx:pt idx="710">1</cx:pt>
          <cx:pt idx="711">4</cx:pt>
          <cx:pt idx="712">2</cx:pt>
          <cx:pt idx="713">5</cx:pt>
          <cx:pt idx="714">3</cx:pt>
          <cx:pt idx="715">1</cx:pt>
          <cx:pt idx="716">2</cx:pt>
          <cx:pt idx="717">10</cx:pt>
          <cx:pt idx="718">8</cx:pt>
          <cx:pt idx="719">7</cx:pt>
          <cx:pt idx="720">7</cx:pt>
          <cx:pt idx="721">3</cx:pt>
          <cx:pt idx="722">4</cx:pt>
          <cx:pt idx="723">1</cx:pt>
          <cx:pt idx="724">5</cx:pt>
          <cx:pt idx="725">3</cx:pt>
          <cx:pt idx="726">1</cx:pt>
          <cx:pt idx="727">0</cx:pt>
          <cx:pt idx="728">0</cx:pt>
          <cx:pt idx="729">0</cx:pt>
          <cx:pt idx="730">0</cx:pt>
          <cx:pt idx="731">0</cx:pt>
          <cx:pt idx="732">1</cx:pt>
          <cx:pt idx="733">4</cx:pt>
          <cx:pt idx="734">6</cx:pt>
          <cx:pt idx="735">2</cx:pt>
          <cx:pt idx="736">9</cx:pt>
          <cx:pt idx="737">2</cx:pt>
          <cx:pt idx="738">4</cx:pt>
          <cx:pt idx="739">4</cx:pt>
          <cx:pt idx="740">4</cx:pt>
          <cx:pt idx="741">5</cx:pt>
          <cx:pt idx="742">5</cx:pt>
          <cx:pt idx="743">2</cx:pt>
          <cx:pt idx="744">4</cx:pt>
          <cx:pt idx="745">1</cx:pt>
          <cx:pt idx="746">1</cx:pt>
          <cx:pt idx="747">2</cx:pt>
          <cx:pt idx="748">4</cx:pt>
          <cx:pt idx="749">3</cx:pt>
          <cx:pt idx="750">0</cx:pt>
          <cx:pt idx="751">0</cx:pt>
          <cx:pt idx="752">0</cx:pt>
          <cx:pt idx="753">0</cx:pt>
          <cx:pt idx="754">2</cx:pt>
          <cx:pt idx="755">0</cx:pt>
          <cx:pt idx="756">3</cx:pt>
          <cx:pt idx="757">3</cx:pt>
          <cx:pt idx="758">5</cx:pt>
          <cx:pt idx="759">3</cx:pt>
          <cx:pt idx="760">8</cx:pt>
          <cx:pt idx="761">9</cx:pt>
          <cx:pt idx="762">15</cx:pt>
          <cx:pt idx="763">9</cx:pt>
          <cx:pt idx="764">8</cx:pt>
          <cx:pt idx="765">10</cx:pt>
          <cx:pt idx="766">3</cx:pt>
          <cx:pt idx="767">1</cx:pt>
          <cx:pt idx="768">2</cx:pt>
          <cx:pt idx="769">2</cx:pt>
          <cx:pt idx="770">1</cx:pt>
          <cx:pt idx="771">1</cx:pt>
          <cx:pt idx="772">3</cx:pt>
          <cx:pt idx="773">1</cx:pt>
          <cx:pt idx="774">5</cx:pt>
          <cx:pt idx="775">1</cx:pt>
          <cx:pt idx="776">0</cx:pt>
          <cx:pt idx="777">0</cx:pt>
          <cx:pt idx="778">0</cx:pt>
          <cx:pt idx="779">0</cx:pt>
          <cx:pt idx="780">0</cx:pt>
          <cx:pt idx="781">3</cx:pt>
          <cx:pt idx="782">3</cx:pt>
          <cx:pt idx="783">1</cx:pt>
          <cx:pt idx="784">10</cx:pt>
          <cx:pt idx="785">10</cx:pt>
          <cx:pt idx="786">5</cx:pt>
          <cx:pt idx="787">11</cx:pt>
          <cx:pt idx="788">8</cx:pt>
          <cx:pt idx="789">14</cx:pt>
          <cx:pt idx="790">2</cx:pt>
          <cx:pt idx="791">6</cx:pt>
          <cx:pt idx="792">5</cx:pt>
          <cx:pt idx="793">3</cx:pt>
          <cx:pt idx="794">2</cx:pt>
          <cx:pt idx="795">7</cx:pt>
          <cx:pt idx="796">2</cx:pt>
          <cx:pt idx="797">4</cx:pt>
          <cx:pt idx="798">0</cx:pt>
          <cx:pt idx="799">3</cx:pt>
          <cx:pt idx="800">0</cx:pt>
          <cx:pt idx="801">0</cx:pt>
          <cx:pt idx="802">0</cx:pt>
          <cx:pt idx="803">0</cx:pt>
          <cx:pt idx="804">2</cx:pt>
          <cx:pt idx="805">7</cx:pt>
          <cx:pt idx="806">15</cx:pt>
          <cx:pt idx="807">28</cx:pt>
          <cx:pt idx="808">48</cx:pt>
          <cx:pt idx="809">47</cx:pt>
          <cx:pt idx="810">47</cx:pt>
          <cx:pt idx="811">52</cx:pt>
          <cx:pt idx="812">42</cx:pt>
          <cx:pt idx="813">24</cx:pt>
          <cx:pt idx="814">13</cx:pt>
          <cx:pt idx="815">1</cx:pt>
          <cx:pt idx="816">5</cx:pt>
          <cx:pt idx="817">5</cx:pt>
          <cx:pt idx="818">5</cx:pt>
          <cx:pt idx="819">4</cx:pt>
          <cx:pt idx="820">1</cx:pt>
          <cx:pt idx="821">1</cx:pt>
          <cx:pt idx="822">0</cx:pt>
          <cx:pt idx="823">0</cx:pt>
          <cx:pt idx="824">1</cx:pt>
          <cx:pt idx="825">1</cx:pt>
          <cx:pt idx="826">1</cx:pt>
          <cx:pt idx="827">6</cx:pt>
          <cx:pt idx="828">7</cx:pt>
          <cx:pt idx="829">3</cx:pt>
          <cx:pt idx="830">6</cx:pt>
          <cx:pt idx="831">11</cx:pt>
          <cx:pt idx="832">7</cx:pt>
          <cx:pt idx="833">10</cx:pt>
          <cx:pt idx="834">8</cx:pt>
          <cx:pt idx="835">4</cx:pt>
          <cx:pt idx="836">16</cx:pt>
          <cx:pt idx="837">9</cx:pt>
          <cx:pt idx="838">5</cx:pt>
          <cx:pt idx="839">5</cx:pt>
          <cx:pt idx="840">6</cx:pt>
          <cx:pt idx="841">3</cx:pt>
          <cx:pt idx="842">3</cx:pt>
          <cx:pt idx="843">6</cx:pt>
          <cx:pt idx="844">4</cx:pt>
          <cx:pt idx="845">0</cx:pt>
          <cx:pt idx="846">1</cx:pt>
          <cx:pt idx="847">0</cx:pt>
          <cx:pt idx="848">0</cx:pt>
          <cx:pt idx="849">0</cx:pt>
          <cx:pt idx="850">0</cx:pt>
          <cx:pt idx="851">3</cx:pt>
          <cx:pt idx="852">7</cx:pt>
          <cx:pt idx="853">7</cx:pt>
          <cx:pt idx="854">4</cx:pt>
          <cx:pt idx="855">1</cx:pt>
          <cx:pt idx="856">2</cx:pt>
          <cx:pt idx="857">2</cx:pt>
          <cx:pt idx="858">3</cx:pt>
          <cx:pt idx="859">6</cx:pt>
          <cx:pt idx="860">4</cx:pt>
          <cx:pt idx="861">4</cx:pt>
          <cx:pt idx="862">1</cx:pt>
          <cx:pt idx="863">1</cx:pt>
          <cx:pt idx="864">3</cx:pt>
          <cx:pt idx="865">8</cx:pt>
          <cx:pt idx="866">0</cx:pt>
          <cx:pt idx="867">3</cx:pt>
          <cx:pt idx="868">0</cx:pt>
          <cx:pt idx="869">0</cx:pt>
          <cx:pt idx="870">1</cx:pt>
          <cx:pt idx="871">0</cx:pt>
          <cx:pt idx="872">0</cx:pt>
          <cx:pt idx="873">0</cx:pt>
          <cx:pt idx="874">4</cx:pt>
          <cx:pt idx="875">1</cx:pt>
          <cx:pt idx="876">4</cx:pt>
          <cx:pt idx="877">8</cx:pt>
          <cx:pt idx="878">1</cx:pt>
          <cx:pt idx="879">4</cx:pt>
          <cx:pt idx="880">2</cx:pt>
          <cx:pt idx="881">2</cx:pt>
          <cx:pt idx="882">3</cx:pt>
          <cx:pt idx="883">7</cx:pt>
          <cx:pt idx="884">9</cx:pt>
          <cx:pt idx="885">2</cx:pt>
          <cx:pt idx="886">1</cx:pt>
          <cx:pt idx="887">0</cx:pt>
          <cx:pt idx="888">0</cx:pt>
          <cx:pt idx="889">4</cx:pt>
          <cx:pt idx="890">0</cx:pt>
          <cx:pt idx="891">0</cx:pt>
          <cx:pt idx="892">0</cx:pt>
          <cx:pt idx="893">0</cx:pt>
          <cx:pt idx="894">0</cx:pt>
          <cx:pt idx="895">0</cx:pt>
          <cx:pt idx="896">0</cx:pt>
          <cx:pt idx="897">0</cx:pt>
          <cx:pt idx="898">5</cx:pt>
          <cx:pt idx="899">1</cx:pt>
          <cx:pt idx="900">1</cx:pt>
          <cx:pt idx="901">1</cx:pt>
          <cx:pt idx="902">4</cx:pt>
          <cx:pt idx="903">3</cx:pt>
          <cx:pt idx="904">6</cx:pt>
          <cx:pt idx="905">0</cx:pt>
          <cx:pt idx="906">4</cx:pt>
          <cx:pt idx="907">6</cx:pt>
          <cx:pt idx="908">3</cx:pt>
          <cx:pt idx="909">2</cx:pt>
          <cx:pt idx="910">4</cx:pt>
          <cx:pt idx="911">2</cx:pt>
          <cx:pt idx="912">4</cx:pt>
          <cx:pt idx="913">1</cx:pt>
          <cx:pt idx="914">2</cx:pt>
          <cx:pt idx="915">1</cx:pt>
          <cx:pt idx="916">0</cx:pt>
          <cx:pt idx="917">0</cx:pt>
          <cx:pt idx="918">1</cx:pt>
          <cx:pt idx="919">1</cx:pt>
          <cx:pt idx="920">4</cx:pt>
          <cx:pt idx="921">8</cx:pt>
          <cx:pt idx="922">5</cx:pt>
          <cx:pt idx="923">12</cx:pt>
          <cx:pt idx="924">7</cx:pt>
          <cx:pt idx="925">21</cx:pt>
          <cx:pt idx="926">17</cx:pt>
          <cx:pt idx="927">12</cx:pt>
          <cx:pt idx="928">14</cx:pt>
          <cx:pt idx="929">18</cx:pt>
          <cx:pt idx="930">9</cx:pt>
          <cx:pt idx="931">7</cx:pt>
          <cx:pt idx="932">2</cx:pt>
          <cx:pt idx="933">1</cx:pt>
          <cx:pt idx="934">2</cx:pt>
          <cx:pt idx="935">5</cx:pt>
          <cx:pt idx="936">3</cx:pt>
          <cx:pt idx="937">2</cx:pt>
          <cx:pt idx="938">2</cx:pt>
          <cx:pt idx="939">3</cx:pt>
          <cx:pt idx="940">0</cx:pt>
          <cx:pt idx="941">0</cx:pt>
          <cx:pt idx="942">1</cx:pt>
          <cx:pt idx="943">2</cx:pt>
          <cx:pt idx="944">2</cx:pt>
          <cx:pt idx="945">5</cx:pt>
          <cx:pt idx="946">13</cx:pt>
          <cx:pt idx="947">30</cx:pt>
          <cx:pt idx="948">27</cx:pt>
          <cx:pt idx="949">32</cx:pt>
          <cx:pt idx="950">30</cx:pt>
          <cx:pt idx="951">47</cx:pt>
          <cx:pt idx="952">42</cx:pt>
          <cx:pt idx="953">24</cx:pt>
          <cx:pt idx="954">4</cx:pt>
          <cx:pt idx="955">2</cx:pt>
          <cx:pt idx="956">1</cx:pt>
          <cx:pt idx="957">9</cx:pt>
          <cx:pt idx="958">6</cx:pt>
          <cx:pt idx="959">1</cx:pt>
          <cx:pt idx="960">5</cx:pt>
          <cx:pt idx="961">1</cx:pt>
          <cx:pt idx="962">1</cx:pt>
          <cx:pt idx="963">4</cx:pt>
          <cx:pt idx="964">0</cx:pt>
          <cx:pt idx="965">2</cx:pt>
          <cx:pt idx="966">0</cx:pt>
          <cx:pt idx="967">1</cx:pt>
          <cx:pt idx="968">12</cx:pt>
          <cx:pt idx="969">19</cx:pt>
          <cx:pt idx="970">26</cx:pt>
          <cx:pt idx="971">58</cx:pt>
          <cx:pt idx="972">62</cx:pt>
          <cx:pt idx="973">51</cx:pt>
          <cx:pt idx="974">40</cx:pt>
          <cx:pt idx="975">28</cx:pt>
          <cx:pt idx="976">30</cx:pt>
          <cx:pt idx="977">17</cx:pt>
          <cx:pt idx="978">11</cx:pt>
          <cx:pt idx="979">15</cx:pt>
          <cx:pt idx="980">6</cx:pt>
          <cx:pt idx="981">5</cx:pt>
          <cx:pt idx="982">3</cx:pt>
          <cx:pt idx="983">3</cx:pt>
          <cx:pt idx="984">1</cx:pt>
          <cx:pt idx="985">0</cx:pt>
          <cx:pt idx="986">1</cx:pt>
          <cx:pt idx="987">0</cx:pt>
          <cx:pt idx="988">0</cx:pt>
          <cx:pt idx="989">1</cx:pt>
          <cx:pt idx="990">2</cx:pt>
          <cx:pt idx="991">10</cx:pt>
          <cx:pt idx="992">2</cx:pt>
          <cx:pt idx="993">2</cx:pt>
          <cx:pt idx="994">5</cx:pt>
          <cx:pt idx="995">1</cx:pt>
          <cx:pt idx="996">1</cx:pt>
          <cx:pt idx="997">0</cx:pt>
          <cx:pt idx="998">1</cx:pt>
          <cx:pt idx="999">2</cx:pt>
        </cx:lvl>
      </cx:numDim>
    </cx:data>
    <cx:data id="1">
      <cx:numDim type="val">
        <cx:f>'Final Data set'!$O$2:$O$1001</cx:f>
        <cx:lvl ptCount="1000" formatCode="General">
          <cx:pt idx="0">13</cx:pt>
          <cx:pt idx="1">32</cx:pt>
          <cx:pt idx="2">27</cx:pt>
          <cx:pt idx="3">10</cx:pt>
          <cx:pt idx="4">1</cx:pt>
          <cx:pt idx="5">1</cx:pt>
          <cx:pt idx="6">0</cx:pt>
          <cx:pt idx="7">2</cx:pt>
          <cx:pt idx="8">7</cx:pt>
          <cx:pt idx="9">6</cx:pt>
          <cx:pt idx="10">24</cx:pt>
          <cx:pt idx="11">30</cx:pt>
          <cx:pt idx="12">55</cx:pt>
          <cx:pt idx="13">47</cx:pt>
          <cx:pt idx="14">71</cx:pt>
          <cx:pt idx="15">70</cx:pt>
          <cx:pt idx="16">52</cx:pt>
          <cx:pt idx="17">52</cx:pt>
          <cx:pt idx="18">26</cx:pt>
          <cx:pt idx="19">31</cx:pt>
          <cx:pt idx="20">25</cx:pt>
          <cx:pt idx="21">31</cx:pt>
          <cx:pt idx="22">17</cx:pt>
          <cx:pt idx="23">24</cx:pt>
          <cx:pt idx="24">13</cx:pt>
          <cx:pt idx="25">16</cx:pt>
          <cx:pt idx="26">8</cx:pt>
          <cx:pt idx="27">4</cx:pt>
          <cx:pt idx="28">1</cx:pt>
          <cx:pt idx="29">2</cx:pt>
          <cx:pt idx="30">1</cx:pt>
          <cx:pt idx="31">8</cx:pt>
          <cx:pt idx="32">19</cx:pt>
          <cx:pt idx="33">46</cx:pt>
          <cx:pt idx="34">54</cx:pt>
          <cx:pt idx="35">73</cx:pt>
          <cx:pt idx="36">64</cx:pt>
          <cx:pt idx="37">55</cx:pt>
          <cx:pt idx="38">55</cx:pt>
          <cx:pt idx="39">67</cx:pt>
          <cx:pt idx="40">58</cx:pt>
          <cx:pt idx="41">43</cx:pt>
          <cx:pt idx="42">29</cx:pt>
          <cx:pt idx="43">17</cx:pt>
          <cx:pt idx="44">20</cx:pt>
          <cx:pt idx="45">9</cx:pt>
          <cx:pt idx="46">8</cx:pt>
          <cx:pt idx="47">5</cx:pt>
          <cx:pt idx="48">2</cx:pt>
          <cx:pt idx="49">1</cx:pt>
          <cx:pt idx="50">3</cx:pt>
          <cx:pt idx="51">30</cx:pt>
          <cx:pt idx="52">63</cx:pt>
          <cx:pt idx="53">153</cx:pt>
          <cx:pt idx="54">81</cx:pt>
          <cx:pt idx="55">33</cx:pt>
          <cx:pt idx="56">41</cx:pt>
          <cx:pt idx="57">48</cx:pt>
          <cx:pt idx="58">53</cx:pt>
          <cx:pt idx="59">66</cx:pt>
          <cx:pt idx="60">58</cx:pt>
          <cx:pt idx="61">67</cx:pt>
          <cx:pt idx="62">146</cx:pt>
          <cx:pt idx="63">148</cx:pt>
          <cx:pt idx="64">102</cx:pt>
          <cx:pt idx="65">49</cx:pt>
          <cx:pt idx="66">49</cx:pt>
          <cx:pt idx="67">20</cx:pt>
          <cx:pt idx="68">11</cx:pt>
          <cx:pt idx="69">5</cx:pt>
          <cx:pt idx="70">2</cx:pt>
          <cx:pt idx="71">1</cx:pt>
          <cx:pt idx="72">2</cx:pt>
          <cx:pt idx="73">4</cx:pt>
          <cx:pt idx="74">36</cx:pt>
          <cx:pt idx="75">92</cx:pt>
          <cx:pt idx="76">177</cx:pt>
          <cx:pt idx="77">98</cx:pt>
          <cx:pt idx="78">37</cx:pt>
          <cx:pt idx="79">50</cx:pt>
          <cx:pt idx="80">66</cx:pt>
          <cx:pt idx="81">79</cx:pt>
          <cx:pt idx="82">54</cx:pt>
          <cx:pt idx="83">48</cx:pt>
          <cx:pt idx="84">68</cx:pt>
          <cx:pt idx="85">202</cx:pt>
          <cx:pt idx="86">179</cx:pt>
          <cx:pt idx="87">110</cx:pt>
          <cx:pt idx="88">53</cx:pt>
          <cx:pt idx="89">48</cx:pt>
          <cx:pt idx="90">34</cx:pt>
          <cx:pt idx="91">9</cx:pt>
          <cx:pt idx="92">6</cx:pt>
          <cx:pt idx="93">6</cx:pt>
          <cx:pt idx="94">2</cx:pt>
          <cx:pt idx="95">2</cx:pt>
          <cx:pt idx="96">3</cx:pt>
          <cx:pt idx="97">33</cx:pt>
          <cx:pt idx="98">87</cx:pt>
          <cx:pt idx="99">192</cx:pt>
          <cx:pt idx="100">109</cx:pt>
          <cx:pt idx="101">53</cx:pt>
          <cx:pt idx="102">34</cx:pt>
          <cx:pt idx="103">74</cx:pt>
          <cx:pt idx="104">65</cx:pt>
          <cx:pt idx="105">52</cx:pt>
          <cx:pt idx="106">55</cx:pt>
          <cx:pt idx="107">85</cx:pt>
          <cx:pt idx="108">186</cx:pt>
          <cx:pt idx="109">166</cx:pt>
          <cx:pt idx="110">127</cx:pt>
          <cx:pt idx="111">82</cx:pt>
          <cx:pt idx="112">40</cx:pt>
          <cx:pt idx="113">41</cx:pt>
          <cx:pt idx="114">18</cx:pt>
          <cx:pt idx="115">11</cx:pt>
          <cx:pt idx="116">4</cx:pt>
          <cx:pt idx="117">2</cx:pt>
          <cx:pt idx="118">1</cx:pt>
          <cx:pt idx="119">4</cx:pt>
          <cx:pt idx="120">36</cx:pt>
          <cx:pt idx="121">95</cx:pt>
          <cx:pt idx="122">216</cx:pt>
          <cx:pt idx="123">116</cx:pt>
          <cx:pt idx="124">42</cx:pt>
          <cx:pt idx="125">57</cx:pt>
          <cx:pt idx="126">78</cx:pt>
          <cx:pt idx="127">55</cx:pt>
          <cx:pt idx="128">59</cx:pt>
          <cx:pt idx="129">54</cx:pt>
          <cx:pt idx="130">74</cx:pt>
          <cx:pt idx="131">163</cx:pt>
          <cx:pt idx="132">158</cx:pt>
          <cx:pt idx="133">109</cx:pt>
          <cx:pt idx="134">66</cx:pt>
          <cx:pt idx="135">48</cx:pt>
          <cx:pt idx="136">51</cx:pt>
          <cx:pt idx="137">19</cx:pt>
          <cx:pt idx="138">13</cx:pt>
          <cx:pt idx="139">5</cx:pt>
          <cx:pt idx="140">1</cx:pt>
          <cx:pt idx="141">1</cx:pt>
          <cx:pt idx="142">5</cx:pt>
          <cx:pt idx="143">26</cx:pt>
          <cx:pt idx="144">76</cx:pt>
          <cx:pt idx="145">190</cx:pt>
          <cx:pt idx="146">125</cx:pt>
          <cx:pt idx="147">47</cx:pt>
          <cx:pt idx="148">48</cx:pt>
          <cx:pt idx="149">50</cx:pt>
          <cx:pt idx="150">64</cx:pt>
          <cx:pt idx="151">43</cx:pt>
          <cx:pt idx="152">63</cx:pt>
          <cx:pt idx="153">82</cx:pt>
          <cx:pt idx="154">178</cx:pt>
          <cx:pt idx="155">116</cx:pt>
          <cx:pt idx="156">92</cx:pt>
          <cx:pt idx="157">50</cx:pt>
          <cx:pt idx="158">39</cx:pt>
          <cx:pt idx="159">34</cx:pt>
          <cx:pt idx="160">14</cx:pt>
          <cx:pt idx="161">24</cx:pt>
          <cx:pt idx="162">15</cx:pt>
          <cx:pt idx="163">13</cx:pt>
          <cx:pt idx="164">7</cx:pt>
          <cx:pt idx="165">1</cx:pt>
          <cx:pt idx="166">5</cx:pt>
          <cx:pt idx="167">2</cx:pt>
          <cx:pt idx="168">8</cx:pt>
          <cx:pt idx="169">15</cx:pt>
          <cx:pt idx="170">20</cx:pt>
          <cx:pt idx="171">56</cx:pt>
          <cx:pt idx="172">60</cx:pt>
          <cx:pt idx="173">90</cx:pt>
          <cx:pt idx="174">95</cx:pt>
          <cx:pt idx="175">83</cx:pt>
          <cx:pt idx="176">69</cx:pt>
          <cx:pt idx="177">68</cx:pt>
          <cx:pt idx="178">64</cx:pt>
          <cx:pt idx="179">52</cx:pt>
          <cx:pt idx="180">26</cx:pt>
          <cx:pt idx="181">28</cx:pt>
          <cx:pt idx="182">35</cx:pt>
          <cx:pt idx="183">33</cx:pt>
          <cx:pt idx="184">22</cx:pt>
          <cx:pt idx="185">24</cx:pt>
          <cx:pt idx="186">12</cx:pt>
          <cx:pt idx="187">11</cx:pt>
          <cx:pt idx="188">4</cx:pt>
          <cx:pt idx="189">1</cx:pt>
          <cx:pt idx="190">1</cx:pt>
          <cx:pt idx="191">1</cx:pt>
          <cx:pt idx="192">5</cx:pt>
          <cx:pt idx="193">10</cx:pt>
          <cx:pt idx="194">19</cx:pt>
          <cx:pt idx="195">49</cx:pt>
          <cx:pt idx="196">47</cx:pt>
          <cx:pt idx="197">79</cx:pt>
          <cx:pt idx="198">69</cx:pt>
          <cx:pt idx="199">64</cx:pt>
          <cx:pt idx="200">77</cx:pt>
          <cx:pt idx="201">79</cx:pt>
          <cx:pt idx="202">59</cx:pt>
          <cx:pt idx="203">44</cx:pt>
          <cx:pt idx="204">40</cx:pt>
          <cx:pt idx="205">38</cx:pt>
          <cx:pt idx="206">19</cx:pt>
          <cx:pt idx="207">10</cx:pt>
          <cx:pt idx="208">6</cx:pt>
          <cx:pt idx="209">3</cx:pt>
          <cx:pt idx="210">0</cx:pt>
          <cx:pt idx="211">3</cx:pt>
          <cx:pt idx="212">1</cx:pt>
          <cx:pt idx="213">2</cx:pt>
          <cx:pt idx="214">3</cx:pt>
          <cx:pt idx="215">31</cx:pt>
          <cx:pt idx="216">75</cx:pt>
          <cx:pt idx="217">184</cx:pt>
          <cx:pt idx="218">92</cx:pt>
          <cx:pt idx="219">31</cx:pt>
          <cx:pt idx="220">28</cx:pt>
          <cx:pt idx="221">47</cx:pt>
          <cx:pt idx="222">50</cx:pt>
          <cx:pt idx="223">47</cx:pt>
          <cx:pt idx="224">43</cx:pt>
          <cx:pt idx="225">70</cx:pt>
          <cx:pt idx="226">174</cx:pt>
          <cx:pt idx="227">154</cx:pt>
          <cx:pt idx="228">92</cx:pt>
          <cx:pt idx="229">73</cx:pt>
          <cx:pt idx="230">37</cx:pt>
          <cx:pt idx="231">22</cx:pt>
          <cx:pt idx="232">18</cx:pt>
          <cx:pt idx="233">10</cx:pt>
          <cx:pt idx="234">3</cx:pt>
          <cx:pt idx="235">3</cx:pt>
          <cx:pt idx="236">6</cx:pt>
          <cx:pt idx="237">27</cx:pt>
          <cx:pt idx="238">97</cx:pt>
          <cx:pt idx="239">214</cx:pt>
          <cx:pt idx="240">127</cx:pt>
          <cx:pt idx="241">51</cx:pt>
          <cx:pt idx="242">31</cx:pt>
          <cx:pt idx="243">55</cx:pt>
          <cx:pt idx="244">46</cx:pt>
          <cx:pt idx="245">60</cx:pt>
          <cx:pt idx="246">45</cx:pt>
          <cx:pt idx="247">72</cx:pt>
          <cx:pt idx="248">130</cx:pt>
          <cx:pt idx="249">94</cx:pt>
          <cx:pt idx="250">51</cx:pt>
          <cx:pt idx="251">32</cx:pt>
          <cx:pt idx="252">20</cx:pt>
          <cx:pt idx="253">28</cx:pt>
          <cx:pt idx="254">18</cx:pt>
          <cx:pt idx="255">7</cx:pt>
          <cx:pt idx="256">6</cx:pt>
          <cx:pt idx="257">1</cx:pt>
          <cx:pt idx="258">5</cx:pt>
          <cx:pt idx="259">16</cx:pt>
          <cx:pt idx="260">54</cx:pt>
          <cx:pt idx="261">125</cx:pt>
          <cx:pt idx="262">78</cx:pt>
          <cx:pt idx="263">39</cx:pt>
          <cx:pt idx="264">32</cx:pt>
          <cx:pt idx="265">52</cx:pt>
          <cx:pt idx="266">49</cx:pt>
          <cx:pt idx="267">44</cx:pt>
          <cx:pt idx="268">48</cx:pt>
          <cx:pt idx="269">63</cx:pt>
          <cx:pt idx="270">139</cx:pt>
          <cx:pt idx="271">135</cx:pt>
          <cx:pt idx="272">82</cx:pt>
          <cx:pt idx="273">54</cx:pt>
          <cx:pt idx="274">57</cx:pt>
          <cx:pt idx="275">32</cx:pt>
          <cx:pt idx="276">19</cx:pt>
          <cx:pt idx="277">6</cx:pt>
          <cx:pt idx="278">2</cx:pt>
          <cx:pt idx="279">2</cx:pt>
          <cx:pt idx="280">3</cx:pt>
          <cx:pt idx="281">4</cx:pt>
          <cx:pt idx="282">3</cx:pt>
          <cx:pt idx="283">28</cx:pt>
          <cx:pt idx="284">72</cx:pt>
          <cx:pt idx="285">197</cx:pt>
          <cx:pt idx="286">137</cx:pt>
          <cx:pt idx="287">36</cx:pt>
          <cx:pt idx="288">33</cx:pt>
          <cx:pt idx="289">49</cx:pt>
          <cx:pt idx="290">81</cx:pt>
          <cx:pt idx="291">39</cx:pt>
          <cx:pt idx="292">55</cx:pt>
          <cx:pt idx="293">76</cx:pt>
          <cx:pt idx="294">158</cx:pt>
          <cx:pt idx="295">141</cx:pt>
          <cx:pt idx="296">98</cx:pt>
          <cx:pt idx="297">64</cx:pt>
          <cx:pt idx="298">40</cx:pt>
          <cx:pt idx="299">30</cx:pt>
          <cx:pt idx="300">14</cx:pt>
          <cx:pt idx="301">14</cx:pt>
          <cx:pt idx="302">5</cx:pt>
          <cx:pt idx="303">1</cx:pt>
          <cx:pt idx="304">1</cx:pt>
          <cx:pt idx="305">8</cx:pt>
          <cx:pt idx="306">17</cx:pt>
          <cx:pt idx="307">70</cx:pt>
          <cx:pt idx="308">156</cx:pt>
          <cx:pt idx="309">117</cx:pt>
          <cx:pt idx="310">40</cx:pt>
          <cx:pt idx="311">47</cx:pt>
          <cx:pt idx="312">59</cx:pt>
          <cx:pt idx="313">73</cx:pt>
          <cx:pt idx="314">59</cx:pt>
          <cx:pt idx="315">59</cx:pt>
          <cx:pt idx="316">87</cx:pt>
          <cx:pt idx="317">155</cx:pt>
          <cx:pt idx="318">134</cx:pt>
          <cx:pt idx="319">89</cx:pt>
          <cx:pt idx="320">68</cx:pt>
          <cx:pt idx="321">48</cx:pt>
          <cx:pt idx="322">34</cx:pt>
          <cx:pt idx="323">26</cx:pt>
          <cx:pt idx="324">25</cx:pt>
          <cx:pt idx="325">18</cx:pt>
          <cx:pt idx="326">12</cx:pt>
          <cx:pt idx="327">7</cx:pt>
          <cx:pt idx="328">5</cx:pt>
          <cx:pt idx="329">1</cx:pt>
          <cx:pt idx="330">2</cx:pt>
          <cx:pt idx="331">9</cx:pt>
          <cx:pt idx="332">22</cx:pt>
          <cx:pt idx="333">31</cx:pt>
          <cx:pt idx="334">57</cx:pt>
          <cx:pt idx="335">54</cx:pt>
          <cx:pt idx="336">74</cx:pt>
          <cx:pt idx="337">80</cx:pt>
          <cx:pt idx="338">92</cx:pt>
          <cx:pt idx="339">108</cx:pt>
          <cx:pt idx="340">95</cx:pt>
          <cx:pt idx="341">54</cx:pt>
          <cx:pt idx="342">69</cx:pt>
          <cx:pt idx="343">60</cx:pt>
          <cx:pt idx="344">35</cx:pt>
          <cx:pt idx="345">51</cx:pt>
          <cx:pt idx="346">26</cx:pt>
          <cx:pt idx="347">39</cx:pt>
          <cx:pt idx="348">33</cx:pt>
          <cx:pt idx="349">19</cx:pt>
          <cx:pt idx="350">13</cx:pt>
          <cx:pt idx="351">6</cx:pt>
          <cx:pt idx="352">1</cx:pt>
          <cx:pt idx="353">1</cx:pt>
          <cx:pt idx="354">1</cx:pt>
          <cx:pt idx="355">3</cx:pt>
          <cx:pt idx="356">18</cx:pt>
          <cx:pt idx="357">29</cx:pt>
          <cx:pt idx="358">71</cx:pt>
          <cx:pt idx="359">70</cx:pt>
          <cx:pt idx="360">75</cx:pt>
          <cx:pt idx="361">95</cx:pt>
          <cx:pt idx="362">69</cx:pt>
          <cx:pt idx="363">78</cx:pt>
          <cx:pt idx="364">77</cx:pt>
          <cx:pt idx="365">82</cx:pt>
          <cx:pt idx="366">56</cx:pt>
          <cx:pt idx="367">47</cx:pt>
          <cx:pt idx="368">50</cx:pt>
          <cx:pt idx="369">22</cx:pt>
          <cx:pt idx="370">19</cx:pt>
          <cx:pt idx="371">18</cx:pt>
          <cx:pt idx="372">16</cx:pt>
          <cx:pt idx="373">15</cx:pt>
          <cx:pt idx="374">8</cx:pt>
          <cx:pt idx="375">2</cx:pt>
          <cx:pt idx="376">2</cx:pt>
          <cx:pt idx="377">1</cx:pt>
          <cx:pt idx="378">5</cx:pt>
          <cx:pt idx="379">9</cx:pt>
          <cx:pt idx="380">30</cx:pt>
          <cx:pt idx="381">39</cx:pt>
          <cx:pt idx="382">50</cx:pt>
          <cx:pt idx="383">55</cx:pt>
          <cx:pt idx="384">70</cx:pt>
          <cx:pt idx="385">80</cx:pt>
          <cx:pt idx="386">74</cx:pt>
          <cx:pt idx="387">72</cx:pt>
          <cx:pt idx="388">76</cx:pt>
          <cx:pt idx="389">67</cx:pt>
          <cx:pt idx="390">85</cx:pt>
          <cx:pt idx="391">58</cx:pt>
          <cx:pt idx="392">29</cx:pt>
          <cx:pt idx="393">24</cx:pt>
          <cx:pt idx="394">13</cx:pt>
          <cx:pt idx="395">3</cx:pt>
          <cx:pt idx="396">3</cx:pt>
          <cx:pt idx="397">22</cx:pt>
          <cx:pt idx="398">26</cx:pt>
          <cx:pt idx="399">32</cx:pt>
          <cx:pt idx="400">61</cx:pt>
          <cx:pt idx="401">124</cx:pt>
          <cx:pt idx="402">132</cx:pt>
          <cx:pt idx="403">98</cx:pt>
          <cx:pt idx="404">83</cx:pt>
          <cx:pt idx="405">41</cx:pt>
          <cx:pt idx="406">33</cx:pt>
          <cx:pt idx="407">19</cx:pt>
          <cx:pt idx="408">3</cx:pt>
          <cx:pt idx="409">6</cx:pt>
          <cx:pt idx="410">3</cx:pt>
          <cx:pt idx="411">1</cx:pt>
          <cx:pt idx="412">7</cx:pt>
          <cx:pt idx="413">32</cx:pt>
          <cx:pt idx="414">89</cx:pt>
          <cx:pt idx="415">196</cx:pt>
          <cx:pt idx="416">107</cx:pt>
          <cx:pt idx="417">46</cx:pt>
          <cx:pt idx="418">47</cx:pt>
          <cx:pt idx="419">65</cx:pt>
          <cx:pt idx="420">67</cx:pt>
          <cx:pt idx="421">68</cx:pt>
          <cx:pt idx="422">78</cx:pt>
          <cx:pt idx="423">94</cx:pt>
          <cx:pt idx="424">190</cx:pt>
          <cx:pt idx="425">156</cx:pt>
          <cx:pt idx="426">108</cx:pt>
          <cx:pt idx="427">74</cx:pt>
          <cx:pt idx="428">55</cx:pt>
          <cx:pt idx="429">53</cx:pt>
          <cx:pt idx="430">27</cx:pt>
          <cx:pt idx="431">8</cx:pt>
          <cx:pt idx="432">3</cx:pt>
          <cx:pt idx="433">2</cx:pt>
          <cx:pt idx="434">1</cx:pt>
          <cx:pt idx="435">1</cx:pt>
          <cx:pt idx="436">6</cx:pt>
          <cx:pt idx="437">35</cx:pt>
          <cx:pt idx="438">100</cx:pt>
          <cx:pt idx="439">247</cx:pt>
          <cx:pt idx="440">140</cx:pt>
          <cx:pt idx="441">56</cx:pt>
          <cx:pt idx="442">63</cx:pt>
          <cx:pt idx="443">77</cx:pt>
          <cx:pt idx="444">86</cx:pt>
          <cx:pt idx="445">75</cx:pt>
          <cx:pt idx="446">62</cx:pt>
          <cx:pt idx="447">83</cx:pt>
          <cx:pt idx="448">207</cx:pt>
          <cx:pt idx="449">184</cx:pt>
          <cx:pt idx="450">146</cx:pt>
          <cx:pt idx="451">124</cx:pt>
          <cx:pt idx="452">54</cx:pt>
          <cx:pt idx="453">56</cx:pt>
          <cx:pt idx="454">28</cx:pt>
          <cx:pt idx="455">20</cx:pt>
          <cx:pt idx="456">6</cx:pt>
          <cx:pt idx="457">2</cx:pt>
          <cx:pt idx="458">1</cx:pt>
          <cx:pt idx="459">1</cx:pt>
          <cx:pt idx="460">4</cx:pt>
          <cx:pt idx="461">27</cx:pt>
          <cx:pt idx="462">66</cx:pt>
          <cx:pt idx="463">210</cx:pt>
          <cx:pt idx="464">159</cx:pt>
          <cx:pt idx="465">57</cx:pt>
          <cx:pt idx="466">53</cx:pt>
          <cx:pt idx="467">67</cx:pt>
          <cx:pt idx="468">65</cx:pt>
          <cx:pt idx="469">56</cx:pt>
          <cx:pt idx="470">61</cx:pt>
          <cx:pt idx="471">97</cx:pt>
          <cx:pt idx="472">151</cx:pt>
          <cx:pt idx="473">119</cx:pt>
          <cx:pt idx="474">93</cx:pt>
          <cx:pt idx="475">52</cx:pt>
          <cx:pt idx="476">41</cx:pt>
          <cx:pt idx="477">33</cx:pt>
          <cx:pt idx="478">27</cx:pt>
          <cx:pt idx="479">13</cx:pt>
          <cx:pt idx="480">9</cx:pt>
          <cx:pt idx="481">11</cx:pt>
          <cx:pt idx="482">6</cx:pt>
          <cx:pt idx="483">3</cx:pt>
          <cx:pt idx="484">2</cx:pt>
          <cx:pt idx="485">8</cx:pt>
          <cx:pt idx="486">26</cx:pt>
          <cx:pt idx="487">37</cx:pt>
          <cx:pt idx="488">50</cx:pt>
          <cx:pt idx="489">59</cx:pt>
          <cx:pt idx="490">60</cx:pt>
          <cx:pt idx="491">72</cx:pt>
          <cx:pt idx="492">64</cx:pt>
          <cx:pt idx="493">93</cx:pt>
          <cx:pt idx="494">72</cx:pt>
          <cx:pt idx="495">59</cx:pt>
          <cx:pt idx="496">54</cx:pt>
          <cx:pt idx="497">53</cx:pt>
          <cx:pt idx="498">44</cx:pt>
          <cx:pt idx="499">39</cx:pt>
          <cx:pt idx="500">23</cx:pt>
          <cx:pt idx="501">31</cx:pt>
          <cx:pt idx="502">20</cx:pt>
          <cx:pt idx="503">12</cx:pt>
          <cx:pt idx="504">15</cx:pt>
          <cx:pt idx="505">4</cx:pt>
          <cx:pt idx="506">3</cx:pt>
          <cx:pt idx="507">1</cx:pt>
          <cx:pt idx="508">1</cx:pt>
          <cx:pt idx="509">17</cx:pt>
          <cx:pt idx="510">25</cx:pt>
          <cx:pt idx="511">51</cx:pt>
          <cx:pt idx="512">77</cx:pt>
          <cx:pt idx="513">92</cx:pt>
          <cx:pt idx="514">75</cx:pt>
          <cx:pt idx="515">93</cx:pt>
          <cx:pt idx="516">64</cx:pt>
          <cx:pt idx="517">56</cx:pt>
          <cx:pt idx="518">50</cx:pt>
          <cx:pt idx="519">44</cx:pt>
          <cx:pt idx="520">45</cx:pt>
          <cx:pt idx="521">31</cx:pt>
          <cx:pt idx="522">20</cx:pt>
          <cx:pt idx="523">23</cx:pt>
          <cx:pt idx="524">17</cx:pt>
          <cx:pt idx="525">7</cx:pt>
          <cx:pt idx="526">1</cx:pt>
          <cx:pt idx="527">1</cx:pt>
          <cx:pt idx="528">1</cx:pt>
          <cx:pt idx="529">5</cx:pt>
          <cx:pt idx="530">15</cx:pt>
          <cx:pt idx="531">79</cx:pt>
          <cx:pt idx="532">171</cx:pt>
          <cx:pt idx="533">98</cx:pt>
          <cx:pt idx="534">34</cx:pt>
          <cx:pt idx="535">43</cx:pt>
          <cx:pt idx="536">52</cx:pt>
          <cx:pt idx="537">54</cx:pt>
          <cx:pt idx="538">43</cx:pt>
          <cx:pt idx="539">50</cx:pt>
          <cx:pt idx="540">66</cx:pt>
          <cx:pt idx="541">178</cx:pt>
          <cx:pt idx="542">145</cx:pt>
          <cx:pt idx="543">101</cx:pt>
          <cx:pt idx="544">80</cx:pt>
          <cx:pt idx="545">53</cx:pt>
          <cx:pt idx="546">32</cx:pt>
          <cx:pt idx="547">21</cx:pt>
          <cx:pt idx="548">6</cx:pt>
          <cx:pt idx="549">5</cx:pt>
          <cx:pt idx="550">2</cx:pt>
          <cx:pt idx="551">1</cx:pt>
          <cx:pt idx="552">9</cx:pt>
          <cx:pt idx="553">35</cx:pt>
          <cx:pt idx="554">103</cx:pt>
          <cx:pt idx="555">233</cx:pt>
          <cx:pt idx="556">134</cx:pt>
          <cx:pt idx="557">49</cx:pt>
          <cx:pt idx="558">55</cx:pt>
          <cx:pt idx="559">85</cx:pt>
          <cx:pt idx="560">72</cx:pt>
          <cx:pt idx="561">57</cx:pt>
          <cx:pt idx="562">63</cx:pt>
          <cx:pt idx="563">102</cx:pt>
          <cx:pt idx="564">208</cx:pt>
          <cx:pt idx="565">218</cx:pt>
          <cx:pt idx="566">133</cx:pt>
          <cx:pt idx="567">103</cx:pt>
          <cx:pt idx="568">40</cx:pt>
          <cx:pt idx="569">49</cx:pt>
          <cx:pt idx="570">37</cx:pt>
          <cx:pt idx="571">14</cx:pt>
          <cx:pt idx="572">5</cx:pt>
          <cx:pt idx="573">7</cx:pt>
          <cx:pt idx="574">1</cx:pt>
          <cx:pt idx="575">8</cx:pt>
          <cx:pt idx="576">29</cx:pt>
          <cx:pt idx="577">69</cx:pt>
          <cx:pt idx="578">55</cx:pt>
          <cx:pt idx="579">26</cx:pt>
          <cx:pt idx="580">35</cx:pt>
          <cx:pt idx="581">41</cx:pt>
          <cx:pt idx="582">43</cx:pt>
          <cx:pt idx="583">36</cx:pt>
          <cx:pt idx="584">42</cx:pt>
          <cx:pt idx="585">35</cx:pt>
          <cx:pt idx="586">26</cx:pt>
          <cx:pt idx="587">23</cx:pt>
          <cx:pt idx="588">82</cx:pt>
          <cx:pt idx="589">101</cx:pt>
          <cx:pt idx="590">76</cx:pt>
          <cx:pt idx="591">55</cx:pt>
          <cx:pt idx="592">36</cx:pt>
          <cx:pt idx="593">27</cx:pt>
          <cx:pt idx="594">16</cx:pt>
          <cx:pt idx="595">9</cx:pt>
          <cx:pt idx="596">2</cx:pt>
          <cx:pt idx="597">2</cx:pt>
          <cx:pt idx="598">0</cx:pt>
          <cx:pt idx="599">4</cx:pt>
          <cx:pt idx="600">16</cx:pt>
          <cx:pt idx="601">58</cx:pt>
          <cx:pt idx="602">155</cx:pt>
          <cx:pt idx="603">95</cx:pt>
          <cx:pt idx="604">49</cx:pt>
          <cx:pt idx="605">30</cx:pt>
          <cx:pt idx="606">28</cx:pt>
          <cx:pt idx="607">31</cx:pt>
          <cx:pt idx="608">36</cx:pt>
          <cx:pt idx="609">40</cx:pt>
          <cx:pt idx="610">20</cx:pt>
          <cx:pt idx="611">15</cx:pt>
          <cx:pt idx="612">5</cx:pt>
          <cx:pt idx="613">2</cx:pt>
          <cx:pt idx="614">2</cx:pt>
          <cx:pt idx="615">4</cx:pt>
          <cx:pt idx="616">31</cx:pt>
          <cx:pt idx="617">34</cx:pt>
          <cx:pt idx="618">51</cx:pt>
          <cx:pt idx="619">60</cx:pt>
          <cx:pt idx="620">66</cx:pt>
          <cx:pt idx="621">56</cx:pt>
          <cx:pt idx="622">89</cx:pt>
          <cx:pt idx="623">98</cx:pt>
          <cx:pt idx="624">88</cx:pt>
          <cx:pt idx="625">82</cx:pt>
          <cx:pt idx="626">59</cx:pt>
          <cx:pt idx="627">52</cx:pt>
          <cx:pt idx="628">42</cx:pt>
          <cx:pt idx="629">35</cx:pt>
          <cx:pt idx="630">28</cx:pt>
          <cx:pt idx="631">30</cx:pt>
          <cx:pt idx="632">33</cx:pt>
          <cx:pt idx="633">22</cx:pt>
          <cx:pt idx="634">10</cx:pt>
          <cx:pt idx="635">7</cx:pt>
          <cx:pt idx="636">1</cx:pt>
          <cx:pt idx="637">3</cx:pt>
          <cx:pt idx="638">3</cx:pt>
          <cx:pt idx="639">11</cx:pt>
          <cx:pt idx="640">34</cx:pt>
          <cx:pt idx="641">57</cx:pt>
          <cx:pt idx="642">50</cx:pt>
          <cx:pt idx="643">87</cx:pt>
          <cx:pt idx="644">71</cx:pt>
          <cx:pt idx="645">104</cx:pt>
          <cx:pt idx="646">95</cx:pt>
          <cx:pt idx="647">104</cx:pt>
          <cx:pt idx="648">71</cx:pt>
          <cx:pt idx="649">57</cx:pt>
          <cx:pt idx="650">46</cx:pt>
          <cx:pt idx="651">30</cx:pt>
          <cx:pt idx="652">25</cx:pt>
          <cx:pt idx="653">19</cx:pt>
          <cx:pt idx="654">16</cx:pt>
          <cx:pt idx="655">6</cx:pt>
          <cx:pt idx="656">5</cx:pt>
          <cx:pt idx="657">1</cx:pt>
          <cx:pt idx="658">2</cx:pt>
          <cx:pt idx="659">2</cx:pt>
          <cx:pt idx="660">8</cx:pt>
          <cx:pt idx="661">37</cx:pt>
          <cx:pt idx="662">71</cx:pt>
          <cx:pt idx="663">182</cx:pt>
          <cx:pt idx="664">112</cx:pt>
          <cx:pt idx="665">68</cx:pt>
          <cx:pt idx="666">46</cx:pt>
          <cx:pt idx="667">62</cx:pt>
          <cx:pt idx="668">52</cx:pt>
          <cx:pt idx="669">85</cx:pt>
          <cx:pt idx="670">41</cx:pt>
          <cx:pt idx="671">83</cx:pt>
          <cx:pt idx="672">155</cx:pt>
          <cx:pt idx="673">153</cx:pt>
          <cx:pt idx="674">108</cx:pt>
          <cx:pt idx="675">78</cx:pt>
          <cx:pt idx="676">53</cx:pt>
          <cx:pt idx="677">34</cx:pt>
          <cx:pt idx="678">15</cx:pt>
          <cx:pt idx="679">6</cx:pt>
          <cx:pt idx="680">3</cx:pt>
          <cx:pt idx="681">2</cx:pt>
          <cx:pt idx="682">2</cx:pt>
          <cx:pt idx="683">3</cx:pt>
          <cx:pt idx="684">22</cx:pt>
          <cx:pt idx="685">52</cx:pt>
          <cx:pt idx="686">132</cx:pt>
          <cx:pt idx="687">114</cx:pt>
          <cx:pt idx="688">47</cx:pt>
          <cx:pt idx="689">49</cx:pt>
          <cx:pt idx="690">53</cx:pt>
          <cx:pt idx="691">49</cx:pt>
          <cx:pt idx="692">49</cx:pt>
          <cx:pt idx="693">45</cx:pt>
          <cx:pt idx="694">61</cx:pt>
          <cx:pt idx="695">172</cx:pt>
          <cx:pt idx="696">165</cx:pt>
          <cx:pt idx="697">105</cx:pt>
          <cx:pt idx="698">69</cx:pt>
          <cx:pt idx="699">64</cx:pt>
          <cx:pt idx="700">34</cx:pt>
          <cx:pt idx="701">15</cx:pt>
          <cx:pt idx="702">2</cx:pt>
          <cx:pt idx="703">3</cx:pt>
          <cx:pt idx="704">0</cx:pt>
          <cx:pt idx="705">1</cx:pt>
          <cx:pt idx="706">1</cx:pt>
          <cx:pt idx="707">3</cx:pt>
          <cx:pt idx="708">17</cx:pt>
          <cx:pt idx="709">48</cx:pt>
          <cx:pt idx="710">154</cx:pt>
          <cx:pt idx="711">119</cx:pt>
          <cx:pt idx="712">59</cx:pt>
          <cx:pt idx="713">47</cx:pt>
          <cx:pt idx="714">61</cx:pt>
          <cx:pt idx="715">74</cx:pt>
          <cx:pt idx="716">61</cx:pt>
          <cx:pt idx="717">66</cx:pt>
          <cx:pt idx="718">95</cx:pt>
          <cx:pt idx="719">183</cx:pt>
          <cx:pt idx="720">175</cx:pt>
          <cx:pt idx="721">88</cx:pt>
          <cx:pt idx="722">71</cx:pt>
          <cx:pt idx="723">62</cx:pt>
          <cx:pt idx="724">35</cx:pt>
          <cx:pt idx="725">29</cx:pt>
          <cx:pt idx="726">11</cx:pt>
          <cx:pt idx="727">5</cx:pt>
          <cx:pt idx="728">2</cx:pt>
          <cx:pt idx="729">1</cx:pt>
          <cx:pt idx="730">2</cx:pt>
          <cx:pt idx="731">39</cx:pt>
          <cx:pt idx="732">86</cx:pt>
          <cx:pt idx="733">184</cx:pt>
          <cx:pt idx="734">127</cx:pt>
          <cx:pt idx="735">50</cx:pt>
          <cx:pt idx="736">55</cx:pt>
          <cx:pt idx="737">67</cx:pt>
          <cx:pt idx="738">47</cx:pt>
          <cx:pt idx="739">43</cx:pt>
          <cx:pt idx="740">56</cx:pt>
          <cx:pt idx="741">73</cx:pt>
          <cx:pt idx="742">170</cx:pt>
          <cx:pt idx="743">145</cx:pt>
          <cx:pt idx="744">92</cx:pt>
          <cx:pt idx="745">108</cx:pt>
          <cx:pt idx="746">53</cx:pt>
          <cx:pt idx="747">39</cx:pt>
          <cx:pt idx="748">34</cx:pt>
          <cx:pt idx="749">10</cx:pt>
          <cx:pt idx="750">7</cx:pt>
          <cx:pt idx="751">1</cx:pt>
          <cx:pt idx="752">1</cx:pt>
          <cx:pt idx="753">7</cx:pt>
          <cx:pt idx="754">26</cx:pt>
          <cx:pt idx="755">87</cx:pt>
          <cx:pt idx="756">217</cx:pt>
          <cx:pt idx="757">124</cx:pt>
          <cx:pt idx="758">46</cx:pt>
          <cx:pt idx="759">61</cx:pt>
          <cx:pt idx="760">78</cx:pt>
          <cx:pt idx="761">73</cx:pt>
          <cx:pt idx="762">76</cx:pt>
          <cx:pt idx="763">81</cx:pt>
          <cx:pt idx="764">91</cx:pt>
          <cx:pt idx="765">195</cx:pt>
          <cx:pt idx="766">152</cx:pt>
          <cx:pt idx="767">102</cx:pt>
          <cx:pt idx="768">69</cx:pt>
          <cx:pt idx="769">41</cx:pt>
          <cx:pt idx="770">45</cx:pt>
          <cx:pt idx="771">30</cx:pt>
          <cx:pt idx="772">36</cx:pt>
          <cx:pt idx="773">17</cx:pt>
          <cx:pt idx="774">12</cx:pt>
          <cx:pt idx="775">10</cx:pt>
          <cx:pt idx="776">8</cx:pt>
          <cx:pt idx="777">9</cx:pt>
          <cx:pt idx="778">4</cx:pt>
          <cx:pt idx="779">4</cx:pt>
          <cx:pt idx="780">10</cx:pt>
          <cx:pt idx="781">17</cx:pt>
          <cx:pt idx="782">31</cx:pt>
          <cx:pt idx="783">46</cx:pt>
          <cx:pt idx="784">42</cx:pt>
          <cx:pt idx="785">62</cx:pt>
          <cx:pt idx="786">50</cx:pt>
          <cx:pt idx="787">49</cx:pt>
          <cx:pt idx="788">63</cx:pt>
          <cx:pt idx="789">64</cx:pt>
          <cx:pt idx="790">81</cx:pt>
          <cx:pt idx="791">78</cx:pt>
          <cx:pt idx="792">64</cx:pt>
          <cx:pt idx="793">53</cx:pt>
          <cx:pt idx="794">43</cx:pt>
          <cx:pt idx="795">52</cx:pt>
          <cx:pt idx="796">37</cx:pt>
          <cx:pt idx="797">40</cx:pt>
          <cx:pt idx="798">20</cx:pt>
          <cx:pt idx="799">10</cx:pt>
          <cx:pt idx="800">2</cx:pt>
          <cx:pt idx="801">1</cx:pt>
          <cx:pt idx="802">1</cx:pt>
          <cx:pt idx="803">8</cx:pt>
          <cx:pt idx="804">21</cx:pt>
          <cx:pt idx="805">38</cx:pt>
          <cx:pt idx="806">74</cx:pt>
          <cx:pt idx="807">89</cx:pt>
          <cx:pt idx="808">126</cx:pt>
          <cx:pt idx="809">135</cx:pt>
          <cx:pt idx="810">114</cx:pt>
          <cx:pt idx="811">130</cx:pt>
          <cx:pt idx="812">115</cx:pt>
          <cx:pt idx="813">97</cx:pt>
          <cx:pt idx="814">65</cx:pt>
          <cx:pt idx="815">20</cx:pt>
          <cx:pt idx="816">21</cx:pt>
          <cx:pt idx="817">22</cx:pt>
          <cx:pt idx="818">57</cx:pt>
          <cx:pt idx="819">26</cx:pt>
          <cx:pt idx="820">14</cx:pt>
          <cx:pt idx="821">4</cx:pt>
          <cx:pt idx="822">3</cx:pt>
          <cx:pt idx="823">1</cx:pt>
          <cx:pt idx="824">1</cx:pt>
          <cx:pt idx="825">9</cx:pt>
          <cx:pt idx="826">29</cx:pt>
          <cx:pt idx="827">89</cx:pt>
          <cx:pt idx="828">223</cx:pt>
          <cx:pt idx="829">115</cx:pt>
          <cx:pt idx="830">49</cx:pt>
          <cx:pt idx="831">36</cx:pt>
          <cx:pt idx="832">59</cx:pt>
          <cx:pt idx="833">54</cx:pt>
          <cx:pt idx="834">52</cx:pt>
          <cx:pt idx="835">46</cx:pt>
          <cx:pt idx="836">98</cx:pt>
          <cx:pt idx="837">207</cx:pt>
          <cx:pt idx="838">170</cx:pt>
          <cx:pt idx="839">123</cx:pt>
          <cx:pt idx="840">82</cx:pt>
          <cx:pt idx="841">75</cx:pt>
          <cx:pt idx="842">34</cx:pt>
          <cx:pt idx="843">19</cx:pt>
          <cx:pt idx="844">6</cx:pt>
          <cx:pt idx="845">4</cx:pt>
          <cx:pt idx="846">1</cx:pt>
          <cx:pt idx="847">1</cx:pt>
          <cx:pt idx="848">3</cx:pt>
          <cx:pt idx="849">2</cx:pt>
          <cx:pt idx="850">39</cx:pt>
          <cx:pt idx="851">97</cx:pt>
          <cx:pt idx="852">236</cx:pt>
          <cx:pt idx="853">128</cx:pt>
          <cx:pt idx="854">44</cx:pt>
          <cx:pt idx="855">49</cx:pt>
          <cx:pt idx="856">63</cx:pt>
          <cx:pt idx="857">48</cx:pt>
          <cx:pt idx="858">61</cx:pt>
          <cx:pt idx="859">45</cx:pt>
          <cx:pt idx="860">79</cx:pt>
          <cx:pt idx="861">172</cx:pt>
          <cx:pt idx="862">151</cx:pt>
          <cx:pt idx="863">100</cx:pt>
          <cx:pt idx="864">53</cx:pt>
          <cx:pt idx="865">46</cx:pt>
          <cx:pt idx="866">29</cx:pt>
          <cx:pt idx="867">9</cx:pt>
          <cx:pt idx="868">17</cx:pt>
          <cx:pt idx="869">7</cx:pt>
          <cx:pt idx="870">2</cx:pt>
          <cx:pt idx="871">2</cx:pt>
          <cx:pt idx="872">7</cx:pt>
          <cx:pt idx="873">43</cx:pt>
          <cx:pt idx="874">95</cx:pt>
          <cx:pt idx="875">198</cx:pt>
          <cx:pt idx="876">119</cx:pt>
          <cx:pt idx="877">51</cx:pt>
          <cx:pt idx="878">40</cx:pt>
          <cx:pt idx="879">57</cx:pt>
          <cx:pt idx="880">67</cx:pt>
          <cx:pt idx="881">56</cx:pt>
          <cx:pt idx="882">61</cx:pt>
          <cx:pt idx="883">72</cx:pt>
          <cx:pt idx="884">157</cx:pt>
          <cx:pt idx="885">168</cx:pt>
          <cx:pt idx="886">87</cx:pt>
          <cx:pt idx="887">84</cx:pt>
          <cx:pt idx="888">83</cx:pt>
          <cx:pt idx="889">42</cx:pt>
          <cx:pt idx="890">37</cx:pt>
          <cx:pt idx="891">16</cx:pt>
          <cx:pt idx="892">7</cx:pt>
          <cx:pt idx="893">3</cx:pt>
          <cx:pt idx="894">1</cx:pt>
          <cx:pt idx="895">6</cx:pt>
          <cx:pt idx="896">26</cx:pt>
          <cx:pt idx="897">99</cx:pt>
          <cx:pt idx="898">173</cx:pt>
          <cx:pt idx="899">121</cx:pt>
          <cx:pt idx="900">34</cx:pt>
          <cx:pt idx="901">44</cx:pt>
          <cx:pt idx="902">65</cx:pt>
          <cx:pt idx="903">59</cx:pt>
          <cx:pt idx="904">42</cx:pt>
          <cx:pt idx="905">50</cx:pt>
          <cx:pt idx="906">76</cx:pt>
          <cx:pt idx="907">159</cx:pt>
          <cx:pt idx="908">157</cx:pt>
          <cx:pt idx="909">110</cx:pt>
          <cx:pt idx="910">93</cx:pt>
          <cx:pt idx="911">70</cx:pt>
          <cx:pt idx="912">47</cx:pt>
          <cx:pt idx="913">33</cx:pt>
          <cx:pt idx="914">12</cx:pt>
          <cx:pt idx="915">6</cx:pt>
          <cx:pt idx="916">3</cx:pt>
          <cx:pt idx="917">4</cx:pt>
          <cx:pt idx="918">23</cx:pt>
          <cx:pt idx="919">73</cx:pt>
          <cx:pt idx="920">212</cx:pt>
          <cx:pt idx="921">132</cx:pt>
          <cx:pt idx="922">39</cx:pt>
          <cx:pt idx="923">52</cx:pt>
          <cx:pt idx="924">64</cx:pt>
          <cx:pt idx="925">89</cx:pt>
          <cx:pt idx="926">67</cx:pt>
          <cx:pt idx="927">62</cx:pt>
          <cx:pt idx="928">111</cx:pt>
          <cx:pt idx="929">193</cx:pt>
          <cx:pt idx="930">165</cx:pt>
          <cx:pt idx="931">94</cx:pt>
          <cx:pt idx="932">61</cx:pt>
          <cx:pt idx="933">46</cx:pt>
          <cx:pt idx="934">41</cx:pt>
          <cx:pt idx="935">48</cx:pt>
          <cx:pt idx="936">27</cx:pt>
          <cx:pt idx="937">22</cx:pt>
          <cx:pt idx="938">13</cx:pt>
          <cx:pt idx="939">7</cx:pt>
          <cx:pt idx="940">4</cx:pt>
          <cx:pt idx="941">1</cx:pt>
          <cx:pt idx="942">1</cx:pt>
          <cx:pt idx="943">9</cx:pt>
          <cx:pt idx="944">28</cx:pt>
          <cx:pt idx="945">38</cx:pt>
          <cx:pt idx="946">71</cx:pt>
          <cx:pt idx="947">84</cx:pt>
          <cx:pt idx="948">93</cx:pt>
          <cx:pt idx="949">103</cx:pt>
          <cx:pt idx="950">90</cx:pt>
          <cx:pt idx="951">127</cx:pt>
          <cx:pt idx="952">103</cx:pt>
          <cx:pt idx="953">113</cx:pt>
          <cx:pt idx="954">60</cx:pt>
          <cx:pt idx="955">39</cx:pt>
          <cx:pt idx="956">39</cx:pt>
          <cx:pt idx="957">42</cx:pt>
          <cx:pt idx="958">39</cx:pt>
          <cx:pt idx="959">31</cx:pt>
          <cx:pt idx="960">34</cx:pt>
          <cx:pt idx="961">23</cx:pt>
          <cx:pt idx="962">19</cx:pt>
          <cx:pt idx="963">8</cx:pt>
          <cx:pt idx="964">2</cx:pt>
          <cx:pt idx="965">3</cx:pt>
          <cx:pt idx="966">3</cx:pt>
          <cx:pt idx="967">11</cx:pt>
          <cx:pt idx="968">35</cx:pt>
          <cx:pt idx="969">86</cx:pt>
          <cx:pt idx="970">86</cx:pt>
          <cx:pt idx="971">94</cx:pt>
          <cx:pt idx="972">92</cx:pt>
          <cx:pt idx="973">110</cx:pt>
          <cx:pt idx="974">122</cx:pt>
          <cx:pt idx="975">106</cx:pt>
          <cx:pt idx="976">95</cx:pt>
          <cx:pt idx="977">78</cx:pt>
          <cx:pt idx="978">50</cx:pt>
          <cx:pt idx="979">32</cx:pt>
          <cx:pt idx="980">45</cx:pt>
          <cx:pt idx="981">31</cx:pt>
          <cx:pt idx="982">27</cx:pt>
          <cx:pt idx="983">8</cx:pt>
          <cx:pt idx="984">6</cx:pt>
          <cx:pt idx="985">2</cx:pt>
          <cx:pt idx="986">1</cx:pt>
          <cx:pt idx="987">2</cx:pt>
          <cx:pt idx="988">3</cx:pt>
          <cx:pt idx="989">25</cx:pt>
          <cx:pt idx="990">96</cx:pt>
          <cx:pt idx="991">70</cx:pt>
          <cx:pt idx="992">147</cx:pt>
          <cx:pt idx="993">107</cx:pt>
          <cx:pt idx="994">84</cx:pt>
          <cx:pt idx="995">61</cx:pt>
          <cx:pt idx="996">57</cx:pt>
          <cx:pt idx="997">26</cx:pt>
          <cx:pt idx="998">22</cx:pt>
          <cx:pt idx="999">26</cx:pt>
        </cx:lvl>
      </cx:numDim>
    </cx:data>
  </cx:chartData>
  <cx:chart>
    <cx:title pos="t" align="ctr" overlay="0">
      <cx:tx>
        <cx:txData>
          <cx:v>Registered vs casual 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tx1"/>
              </a:solidFill>
              <a:latin typeface="Arial Black" panose="020B0A04020102020204" pitchFamily="34" charset="0"/>
              <a:ea typeface="Arial Black" panose="020B0A04020102020204" pitchFamily="34" charset="0"/>
              <a:cs typeface="Arial Black" panose="020B0A04020102020204" pitchFamily="34" charset="0"/>
            </a:defRPr>
          </a:pPr>
          <a:r>
            <a:rPr lang="en-US" sz="1400" b="0" i="0" u="none" strike="noStrike" baseline="0">
              <a:solidFill>
                <a:schemeClr val="tx1"/>
              </a:solidFill>
              <a:latin typeface="Arial Black" panose="020B0A04020102020204" pitchFamily="34" charset="0"/>
            </a:rPr>
            <a:t>Registered vs casual </a:t>
          </a:r>
        </a:p>
      </cx:txPr>
    </cx:title>
    <cx:plotArea>
      <cx:plotAreaRegion>
        <cx:series layoutId="boxWhisker" uniqueId="{00000000-E5F9-4F78-99C3-202493D39691}"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0000001-E5F9-4F78-99C3-202493D39691}">
          <cx:dataId val="1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  <cx:legend pos="t" align="ctr" overlay="0"/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Bike Sharing Demand Analysis</a:t>
            </a:r>
            <a:endParaRPr lang="en-US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A586E70-7F3D-ED7B-7567-113731DDC1C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703" r="26703"/>
          <a:stretch/>
        </p:blipFill>
        <p:spPr>
          <a:xfrm>
            <a:off x="300037" y="0"/>
            <a:ext cx="6034088" cy="6857999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Bike Sharing Demand Analysis</a:t>
            </a:r>
            <a:br>
              <a:rPr lang="en-US" dirty="0"/>
            </a:br>
            <a:r>
              <a:rPr lang="en-US" dirty="0"/>
              <a:t>Agenda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2368063"/>
            <a:ext cx="5272764" cy="3263368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Problem and objective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Data, cleaning and methods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Key performance indicators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Demand by hour, weekday and weather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User mix: casual vs. registered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Daily trend, forecast and anomalies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Dashboard and recommendations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78D32E11-F597-B70B-0177-3D389F352F2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422" b="1422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5BE4-083B-BB5E-802B-99E2A414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Arial Black" panose="020B0A04020102020204" pitchFamily="34" charset="0"/>
              </a:rPr>
              <a:t>Problem and Objective</a:t>
            </a: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7F39-35E6-BAB8-046F-B4A6438F2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Understand how time, weather and holidays affect bike rentals.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Combine hourly rental, weather and user-type data into one clean dataset.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Find demand patterns that improve fleet and business planning.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Build an automated, interactive reporting workbook.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9898-0DC3-FB65-FD9E-9E87D4F1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D64F757-DE31-2B22-A079-F5A8AFD930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335" r="14335"/>
          <a:stretch/>
        </p:blipFill>
        <p:spPr>
          <a:xfrm>
            <a:off x="1349095" y="807656"/>
            <a:ext cx="5179026" cy="4978400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5753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AE55-853F-9E5E-B7F5-2AA8CDCE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7C5D-3709-16C0-9E8C-8A61F5E1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Arial Black" panose="020B0A04020102020204" pitchFamily="34" charset="0"/>
              </a:rPr>
              <a:t>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336C3-7079-858D-258A-5A9F51AC0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643927"/>
          </a:xfrm>
        </p:spPr>
        <p:txBody>
          <a:bodyPr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Query: Merge (instant), Append, remove duplicates and nulls, set data types.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Missing Assume Temperature values filled; columns renamed.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columns: Weekday name, Day Type, Weather Status, Weather Desc.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SUM, AVERAGE, MIN, MAX, COUNT, IF, VLOOKUP, HLOOKUP, INDEX-MATCH, COUNTIF, SUMIF, STDEV, CORREL.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PivotTables, Pivot Charts, slicers, Forecast Sheet, anomaly detection, VBA macros.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78140-7767-F4CA-640B-70C6BCD1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D1A631E-58FF-4E90-2361-7898194845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976" r="12976"/>
          <a:stretch/>
        </p:blipFill>
        <p:spPr>
          <a:xfrm>
            <a:off x="1383819" y="939800"/>
            <a:ext cx="5138058" cy="4978400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189158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Key Performance Indicators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0F5C8F58-81B2-4162-9563-70C679CF8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7857" t="-6122" r="-17857" b="-6122"/>
          <a:stretch/>
        </p:blipFill>
        <p:spPr>
          <a:xfrm>
            <a:off x="876300" y="1739900"/>
            <a:ext cx="1689100" cy="1397000"/>
          </a:xfrm>
        </p:spPr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43BC7054-E269-4210-98F5-65D485066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8293" t="-6483" r="-18293" b="-6483"/>
          <a:stretch/>
        </p:blipFill>
        <p:spPr>
          <a:xfrm>
            <a:off x="9659235" y="4263232"/>
            <a:ext cx="1689100" cy="13970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1B6E4D-6942-45C5-99A9-6B769E8902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636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</a:p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dirty="0"/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269992-EA9D-41F6-85C3-B789218471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636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4,921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95060-7F43-B602-A2A9-332365E935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35385" y="1595835"/>
            <a:ext cx="2336800" cy="139700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249</a:t>
            </a:r>
          </a:p>
          <a:p>
            <a:r>
              <a:rPr lang="en-IN" b="1" dirty="0">
                <a:solidFill>
                  <a:schemeClr val="tx1">
                    <a:lumMod val="50000"/>
                  </a:schemeClr>
                </a:solidFill>
              </a:rPr>
              <a:t>Max Hourly Demand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1CBED-D2BF-A8CC-7249-48878B80C6F8}"/>
              </a:ext>
            </a:extLst>
          </p:cNvPr>
          <p:cNvSpPr txBox="1"/>
          <p:nvPr/>
        </p:nvSpPr>
        <p:spPr>
          <a:xfrm>
            <a:off x="1626977" y="3949700"/>
            <a:ext cx="60940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53,383</a:t>
            </a:r>
          </a:p>
          <a:p>
            <a:pPr algn="ctr"/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400" b="1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4F74E-BA9A-6157-9A7D-C43FDF405FD8}"/>
              </a:ext>
            </a:extLst>
          </p:cNvPr>
          <p:cNvSpPr txBox="1"/>
          <p:nvPr/>
        </p:nvSpPr>
        <p:spPr>
          <a:xfrm>
            <a:off x="7010651" y="2157373"/>
            <a:ext cx="142079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58.30</a:t>
            </a: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Hourly Demand</a:t>
            </a: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8107739-31B0-65C1-777B-CBF4FB111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809" y="4028596"/>
            <a:ext cx="1688738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  <a:cs typeface="72 Condensed" panose="020B0506030000000003" pitchFamily="34" charset="0"/>
              </a:rPr>
              <a:t>Hourly Demand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lvl="1" indent="0">
              <a:spcAft>
                <a:spcPts val="800"/>
              </a:spcAft>
              <a:buNone/>
            </a:pPr>
            <a:br>
              <a:rPr lang="en-US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b="1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spcAft>
                <a:spcPts val="800"/>
              </a:spcAft>
            </a:pPr>
            <a:r>
              <a:rPr lang="en-US" sz="2400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Peaks at 17:00 (avg 140) and18:00 (avg 123).</a:t>
            </a:r>
            <a:endParaRPr lang="en-US" sz="2400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Second peak at 08:00 (avg 128).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Commuter pattern; very low 01:00 to 05:00.</a:t>
            </a:r>
            <a:endParaRPr lang="en-US" b="1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endParaRPr lang="en-US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6BC36F13-C2B1-03ED-953E-D158EB01B516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572132580"/>
              </p:ext>
            </p:extLst>
          </p:nvPr>
        </p:nvGraphicFramePr>
        <p:xfrm>
          <a:off x="4900613" y="1233488"/>
          <a:ext cx="6991350" cy="4967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A67A-4D31-8DF8-943D-392C3444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Casual vs RegistereCasual vs Registered by Weekday</a:t>
            </a:r>
            <a:br>
              <a:rPr lang="en-US" sz="2800" dirty="0">
                <a:latin typeface="Arial Black" panose="020B0A04020102020204" pitchFamily="34" charset="0"/>
              </a:rPr>
            </a:br>
            <a:r>
              <a:rPr lang="en-US" sz="2800" dirty="0">
                <a:latin typeface="Arial Black" panose="020B0A04020102020204" pitchFamily="34" charset="0"/>
              </a:rPr>
              <a:t>Casual Vs Registered by Weekday 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D466E-8DDB-FBD3-FC23-CD54A019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0ABB3A-DA99-5874-2685-605A4E6B61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dominate Tue to Fri (about 59 to 65).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 peak on Sunday (9.0) and Saturday (7.4).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= commuting; weekends = leisure.</a:t>
            </a:r>
            <a:endParaRPr lang="en-US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60E00D-F4B3-6F4D-5E23-88AD530F4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925" y="1450975"/>
            <a:ext cx="5669771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2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8C15-B091-9E5D-FE2F-22C215CD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72 Black" panose="020B0A04030603020204" pitchFamily="34" charset="0"/>
                <a:cs typeface="72 Black" panose="020B0A04030603020204" pitchFamily="34" charset="0"/>
              </a:rPr>
              <a:t>Impact of Weather on Rentals</a:t>
            </a:r>
            <a:br>
              <a:rPr lang="en-US" dirty="0">
                <a:latin typeface="72 Black" panose="020B0A04030603020204" pitchFamily="34" charset="0"/>
                <a:cs typeface="72 Black" panose="020B0A04030603020204" pitchFamily="34" charset="0"/>
              </a:rPr>
            </a:br>
            <a:endParaRPr lang="en-IN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2606F-482D-1297-2576-6FE85208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5DE95-2F36-F08A-6EB3-671C3E8B6F39}"/>
              </a:ext>
            </a:extLst>
          </p:cNvPr>
          <p:cNvSpPr txBox="1"/>
          <p:nvPr/>
        </p:nvSpPr>
        <p:spPr>
          <a:xfrm>
            <a:off x="657727" y="1907750"/>
            <a:ext cx="352926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Normal: 37,373 rentals.</a:t>
            </a:r>
            <a:endParaRPr lang="en-US" sz="2000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Yellow Alert: 18,106.</a:t>
            </a:r>
            <a:endParaRPr lang="en-US" sz="2000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Orange Alert: 2,789; Red Alert: only 36.</a:t>
            </a:r>
            <a:endParaRPr lang="en-US" sz="2000" dirty="0"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Demand falls sharply as alert level rises.</a:t>
            </a:r>
            <a:endParaRPr lang="en-US" sz="2000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2FED7F-2122-E726-EF3B-4FBCDBFD5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36" y="1469985"/>
            <a:ext cx="5853613" cy="418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41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D44A-9B80-C720-CE1E-D6890E87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Forecast and Anomaly Detection</a:t>
            </a:r>
            <a:br>
              <a:rPr lang="en-IN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6D89C4-74E0-7516-8F3D-472B98D5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46844-8F09-A75D-B771-52EAB8CC7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Flagged: more than 2 standard deviations from the mean.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26-01 (506) and 27-01 (431): low demand, likely weather.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14-02 (151): partial day of data.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Sheet projects demand with a 95% confidence band.</a:t>
            </a:r>
            <a:endParaRPr lang="en-US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B0D01B-7A02-8936-79E4-97E6941B2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706" y="157586"/>
            <a:ext cx="6992718" cy="49686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ED1B3E-AA2E-BBFD-A96B-426FE5A8B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516" y="1350083"/>
            <a:ext cx="7092952" cy="455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6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24D1-0AC6-FDCE-6EB2-5C0C8E95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3539"/>
            <a:ext cx="11520488" cy="62563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  <a:cs typeface="72 Condensed" panose="020B0506030000000003" pitchFamily="34" charset="0"/>
              </a:rPr>
              <a:t>Weather Share of Demand</a:t>
            </a:r>
            <a:br>
              <a:rPr lang="en-IN" dirty="0">
                <a:latin typeface="Arial Black" panose="020B0A04020102020204" pitchFamily="34" charset="0"/>
                <a:cs typeface="72 Condensed" panose="020B0506030000000003" pitchFamily="34" charset="0"/>
              </a:rPr>
            </a:br>
            <a:endParaRPr lang="en-IN" dirty="0">
              <a:latin typeface="Arial Black" panose="020B0A04020102020204" pitchFamily="34" charset="0"/>
              <a:cs typeface="72 Condensed" panose="020B05060300000000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6008E4-A454-D340-9753-27E1E671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25A814-7F51-C537-A079-F98D52074FF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BAFB0-90AF-D571-2C53-4B9DB175D5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weather: 64%.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Alert: 31%.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and Red together: about 5%.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fleet size by weather forecast.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55F65-471E-2876-D14A-1D0A39F5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49" y="1233488"/>
            <a:ext cx="6535478" cy="439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6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E1CD-6193-F97C-499F-F357FAD9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Interactive Dashboard</a:t>
            </a:r>
            <a:br>
              <a:rPr lang="en-IN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A7584-F774-1CF3-C908-CDCC7E29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0E7C5-EC2B-B0A8-DE0A-8AAB645999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and 4 pivot charts.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charts: funnel, doughnut, scatter.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Weekday, Day Type, Weather Status, Hour.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filter on Date.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buttons: Refresh Report, Reset Filters.</a:t>
            </a:r>
            <a:endParaRPr lang="en-US" dirty="0"/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87C480-6421-6139-01CD-8D8CE0E57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689" y="1273214"/>
            <a:ext cx="6389226" cy="47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3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Casual vs Registered Users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36B7D76-BBCA-89C5-399A-804879F743A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1050" b="21050"/>
          <a:stretch/>
        </p:blipFill>
        <p:spPr>
          <a:xfrm>
            <a:off x="371476" y="1593851"/>
            <a:ext cx="5582064" cy="3001298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6" name="Picture Placeholder 25">
                <a:extLst>
                  <a:ext uri="{FF2B5EF4-FFF2-40B4-BE49-F238E27FC236}">
                    <a16:creationId xmlns:a16="http://schemas.microsoft.com/office/drawing/2014/main" id="{053A6FE5-61C5-48C5-AD98-21214FDDF46B}"/>
                  </a:ext>
                </a:extLst>
              </p:cNvPr>
              <p:cNvGraphicFramePr>
                <a:graphicFrameLocks noGrp="1"/>
              </p:cNvGraphicFramePr>
              <p:nvPr>
                <p:ph type="pic" sz="quarter" idx="14"/>
                <p:extLst>
                  <p:ext uri="{D42A27DB-BD31-4B8C-83A1-F6EECF244321}">
                    <p14:modId xmlns:p14="http://schemas.microsoft.com/office/powerpoint/2010/main" val="478678297"/>
                  </p:ext>
                </p:extLst>
              </p:nvPr>
            </p:nvGraphicFramePr>
            <p:xfrm>
              <a:off x="6281738" y="2095018"/>
              <a:ext cx="5581650" cy="300129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6" name="Picture Placeholder 25">
                <a:extLst>
                  <a:ext uri="{FF2B5EF4-FFF2-40B4-BE49-F238E27FC236}">
                    <a16:creationId xmlns:a16="http://schemas.microsoft.com/office/drawing/2014/main" id="{053A6FE5-61C5-48C5-AD98-21214FDDF4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1738" y="2095018"/>
                <a:ext cx="5581650" cy="30012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0A50C-3AD5-96B7-B53E-BA3D386A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5" y="2009775"/>
            <a:ext cx="4286250" cy="2838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09B8A8-6626-4D20-2DD6-C4AE520D0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4" y="2009775"/>
            <a:ext cx="6823155" cy="2838450"/>
          </a:xfrm>
          <a:prstGeom prst="rect">
            <a:avLst/>
          </a:prstGeo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CAD3C0E9-08FB-D283-41F8-0CAAC76F519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0129" b="10129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 Recommendations and Conclusion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Stock more bikes at 08:00 and 17:00 to 18:00 on weekdays.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 weekend offers to convert casual users to registered.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 bike supply on Orange and Red alert days.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incomplete days before forecasting.</a:t>
            </a:r>
            <a:endParaRPr lang="en-US" dirty="0"/>
          </a:p>
          <a:p>
            <a:pPr>
              <a:spcAft>
                <a:spcPts val="800"/>
              </a:spcAft>
              <a:buSzPct val="100000"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automate refresh, anomaly marking and filter reset.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CCDF4C4-5307-5930-253E-CA19F592BE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649" r="8649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D4E5B2E5-3826-7600-6550-A96DF836959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356" b="1356"/>
          <a:stretch>
            <a:fillRect/>
          </a:stretch>
        </p:blipFill>
        <p:spPr>
          <a:xfrm>
            <a:off x="335756" y="260350"/>
            <a:ext cx="11520488" cy="6094151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241658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248</TotalTime>
  <Words>518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72 Black</vt:lpstr>
      <vt:lpstr>72 Condensed</vt:lpstr>
      <vt:lpstr>Arial</vt:lpstr>
      <vt:lpstr>Arial Black</vt:lpstr>
      <vt:lpstr>Calibri</vt:lpstr>
      <vt:lpstr>Calibri Light</vt:lpstr>
      <vt:lpstr>Office Theme</vt:lpstr>
      <vt:lpstr>Bike Sharing Demand Analysis</vt:lpstr>
      <vt:lpstr>Analysis Bike Sharing Demand Analysis Agenda  </vt:lpstr>
      <vt:lpstr>Problem and Objective </vt:lpstr>
      <vt:lpstr>Methods Used</vt:lpstr>
      <vt:lpstr>Key Performance Indicators</vt:lpstr>
      <vt:lpstr>Hourly Demand</vt:lpstr>
      <vt:lpstr>Casual vs RegistereCasual vs Registered by Weekday Casual Vs Registered by Weekday </vt:lpstr>
      <vt:lpstr>Impact of Weather on Rentals </vt:lpstr>
      <vt:lpstr>Forecast and Anomaly Detection </vt:lpstr>
      <vt:lpstr>Weather Share of Demand </vt:lpstr>
      <vt:lpstr>Interactive Dashboard </vt:lpstr>
      <vt:lpstr>Casual vs Registered Users</vt:lpstr>
      <vt:lpstr>PowerPoint Presentation</vt:lpstr>
      <vt:lpstr> Recommendations and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RITU GHOSH</dc:creator>
  <cp:lastModifiedBy>RITU GHOSH</cp:lastModifiedBy>
  <cp:revision>1</cp:revision>
  <dcterms:created xsi:type="dcterms:W3CDTF">2026-10-10T13:31:49Z</dcterms:created>
  <dcterms:modified xsi:type="dcterms:W3CDTF">2026-10-10T17:40:29Z</dcterms:modified>
</cp:coreProperties>
</file>